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f98f0c93-9623-30f7-8ce9-00049a9ca6ef}">
          <p14:sldIdLst>
            <p14:sldId id="256"/>
            <p14:sldId id="257"/>
            <p14:sldId id="258"/>
            <p14:sldId id="259"/>
          </p14:sldIdLst>
        </p14:section>
        <p14:section name="先查歷史" id="{4300acf7-50e3-7a0d-f17a-4299c9f94185}">
          <p14:sldIdLst>
            <p14:sldId id="260"/>
            <p14:sldId id="261"/>
          </p14:sldIdLst>
        </p14:section>
        <p14:section name="示範客戶與質借" id="{3809278b-b9fb-0401-1e27-0ea72c12fb70}">
          <p14:sldIdLst>
            <p14:sldId id="262"/>
            <p14:sldId id="263"/>
            <p14:sldId id="264"/>
          </p14:sldIdLst>
        </p14:section>
        <p14:section name="三種結局" id="{32b599a5-103f-4c62-5901-7b7602b7bc68}">
          <p14:sldIdLst>
            <p14:sldId id="265"/>
            <p14:sldId id="266"/>
            <p14:sldId id="267"/>
          </p14:sldIdLst>
        </p14:section>
        <p14:section name="低點加碼" id="{b370df77-41b4-edb5-7f6d-0aab9b7c478c}">
          <p14:sldIdLst>
            <p14:sldId id="268"/>
            <p14:sldId id="269"/>
          </p14:sldIdLst>
        </p14:section>
        <p14:section name="歷史回測" id="{2a9d555a-cd99-f2e0-cc37-7bdd42fd70d1}">
          <p14:sldIdLst>
            <p14:sldId id="270"/>
            <p14:sldId id="271"/>
            <p14:sldId id="272"/>
            <p14:sldId id="273"/>
          </p14:sldIdLst>
        </p14:section>
        <p14:section name="收尾" id="{ac287066-d04f-efd0-28b2-251a8e468b2f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EEF1F7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EEF1F7"/>
                </a:solidFill>
                <a:latin typeface="+mn-lt"/>
              </a:rPr>
              <a:t>台股加權指數・高點到低點跌幅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跌幅</c:v>
                </c:pt>
              </c:strCache>
            </c:strRef>
          </c:tx>
          <c:spPr>
            <a:solidFill>
              <a:srgbClr val="E8B356"/>
            </a:solidFill>
            <a:effectLst/>
          </c:spPr>
          <c:invertIfNegative val="0"/>
          <c:dLbls>
            <c:numFmt formatCode="&quot;−&quot;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EF1F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B3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B35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2024 AI 修正與關稅</c:v>
                  </c:pt>
                  <c:pt idx="1">
                    <c:v>2022 升息與通膨</c:v>
                  </c:pt>
                  <c:pt idx="2">
                    <c:v>2020 新冠疫情</c:v>
                  </c:pt>
                  <c:pt idx="3">
                    <c:v>2008 金融海嘯</c:v>
                  </c:pt>
                  <c:pt idx="4">
                    <c:v>2000 網路泡沫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32</c:v>
                </c:pt>
                <c:pt idx="2">
                  <c:v>29</c:v>
                </c:pt>
                <c:pt idx="3">
                  <c:v>58</c:v>
                </c:pt>
                <c:pt idx="4">
                  <c:v>66</c:v>
                </c:pt>
              </c:numCache>
            </c:numRef>
          </c:val>
        </c:ser>
        <c:dLbls>
          <c:numFmt formatCode="&quot;−&quot;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EF1F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1F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EEF1F7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EEF1F7"/>
                </a:solidFill>
                <a:latin typeface="+mn-lt"/>
              </a:rPr>
              <a:t>美股 S&amp;P 500・高點到低點跌幅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跌幅</c:v>
                </c:pt>
              </c:strCache>
            </c:strRef>
          </c:tx>
          <c:spPr>
            <a:solidFill>
              <a:srgbClr val="E27D70"/>
            </a:solidFill>
            <a:effectLst/>
          </c:spPr>
          <c:invertIfNegative val="0"/>
          <c:dLbls>
            <c:numFmt formatCode="&quot;−&quot;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EF1F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2020 新冠疫情</c:v>
                  </c:pt>
                  <c:pt idx="1">
                    <c:v>2009 金融海嘯</c:v>
                  </c:pt>
                  <c:pt idx="2">
                    <c:v>2002 網路泡沫</c:v>
                  </c:pt>
                  <c:pt idx="3">
                    <c:v>1987 黑色星期一</c:v>
                  </c:pt>
                  <c:pt idx="4">
                    <c:v>1974 石油危機</c:v>
                  </c:pt>
                  <c:pt idx="5">
                    <c:v>1970 通膨與升息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57</c:v>
                </c:pt>
                <c:pt idx="2">
                  <c:v>49</c:v>
                </c:pt>
                <c:pt idx="3">
                  <c:v>34</c:v>
                </c:pt>
                <c:pt idx="4">
                  <c:v>48</c:v>
                </c:pt>
                <c:pt idx="5">
                  <c:v>36</c:v>
                </c:pt>
              </c:numCache>
            </c:numRef>
          </c:val>
        </c:ser>
        <c:dLbls>
          <c:numFmt formatCode="&quot;−&quot;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EF1F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1F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回到前高所需年數</c:v>
                </c:pt>
              </c:strCache>
            </c:strRef>
          </c:tx>
          <c:spPr>
            <a:solidFill>
              <a:srgbClr val="E27D70"/>
            </a:solidFill>
            <a:effectLst/>
          </c:spPr>
          <c:invertIfNegative val="0"/>
          <c:dLbls>
            <c:numFmt formatCode="0.0&quot; 年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EF1F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7D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B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B3C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1990 台股・12,682 點（到 2020 年 7 月才突破）</c:v>
                  </c:pt>
                  <c:pt idx="1">
                    <c:v>2008 台股・含息</c:v>
                  </c:pt>
                  <c:pt idx="2">
                    <c:v>2008 台股・不含息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3.1</c:v>
                </c:pt>
                <c:pt idx="2">
                  <c:v>7.5</c:v>
                </c:pt>
              </c:numCache>
            </c:numRef>
          </c:val>
        </c:ser>
        <c:dLbls>
          <c:numFmt formatCode="0.0&quot; 年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EEF1F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EF1F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B3C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8B3C9"/>
                </a:solidFill>
                <a:latin typeface="+mn-lt"/>
              </a:rPr>
              <a:t>維持率（擔保品市值 ÷ 借款，對數刻度）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加碼 300 萬</c:v>
                </c:pt>
              </c:strCache>
            </c:strRef>
          </c:tx>
          <c:spPr>
            <a:solidFill>
              <a:srgbClr val="D4AB62"/>
            </a:solidFill>
            <a:ln w="25400" cap="flat">
              <a:solidFill>
                <a:srgbClr val="D4AB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4AB62"/>
              </a:solidFill>
              <a:ln w="9525" cap="flat">
                <a:solidFill>
                  <a:srgbClr val="D4AB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2008/10</c:v>
                  </c:pt>
                  <c:pt idx="1">
                    <c:v>2008/11</c:v>
                  </c:pt>
                  <c:pt idx="2">
                    <c:v>2008/12</c:v>
                  </c:pt>
                  <c:pt idx="3">
                    <c:v>2009/01</c:v>
                  </c:pt>
                  <c:pt idx="4">
                    <c:v>2009/02</c:v>
                  </c:pt>
                  <c:pt idx="5">
                    <c:v>2009/03</c:v>
                  </c:pt>
                  <c:pt idx="6">
                    <c:v>2009/04</c:v>
                  </c:pt>
                  <c:pt idx="7">
                    <c:v>2009/05</c:v>
                  </c:pt>
                  <c:pt idx="8">
                    <c:v>2009/06</c:v>
                  </c:pt>
                  <c:pt idx="9">
                    <c:v>2009/07</c:v>
                  </c:pt>
                  <c:pt idx="10">
                    <c:v>2009/08</c:v>
                  </c:pt>
                  <c:pt idx="11">
                    <c:v>2009/09</c:v>
                  </c:pt>
                  <c:pt idx="12">
                    <c:v>2009/10</c:v>
                  </c:pt>
                  <c:pt idx="13">
                    <c:v>2009/11</c:v>
                  </c:pt>
                  <c:pt idx="14">
                    <c:v>2009/12</c:v>
                  </c:pt>
                  <c:pt idx="15">
                    <c:v>2010/01</c:v>
                  </c:pt>
                  <c:pt idx="16">
                    <c:v>2010/02</c:v>
                  </c:pt>
                  <c:pt idx="17">
                    <c:v>2010/03</c:v>
                  </c:pt>
                  <c:pt idx="18">
                    <c:v>2010/04</c:v>
                  </c:pt>
                  <c:pt idx="19">
                    <c:v>2010/05</c:v>
                  </c:pt>
                  <c:pt idx="20">
                    <c:v>2010/06</c:v>
                  </c:pt>
                  <c:pt idx="21">
                    <c:v>2010/07</c:v>
                  </c:pt>
                  <c:pt idx="22">
                    <c:v>2010/08</c:v>
                  </c:pt>
                  <c:pt idx="23">
                    <c:v>2010/09</c:v>
                  </c:pt>
                  <c:pt idx="24">
                    <c:v>2010/10</c:v>
                  </c:pt>
                  <c:pt idx="25">
                    <c:v>2010/11</c:v>
                  </c:pt>
                  <c:pt idx="26">
                    <c:v>2010/12</c:v>
                  </c:pt>
                  <c:pt idx="27">
                    <c:v>2011/01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643</c:v>
                </c:pt>
                <c:pt idx="1">
                  <c:v>585</c:v>
                </c:pt>
                <c:pt idx="2">
                  <c:v>637</c:v>
                </c:pt>
                <c:pt idx="3">
                  <c:v>602</c:v>
                </c:pt>
                <c:pt idx="4">
                  <c:v>535</c:v>
                </c:pt>
                <c:pt idx="5">
                  <c:v>497</c:v>
                </c:pt>
                <c:pt idx="6">
                  <c:v>612</c:v>
                </c:pt>
                <c:pt idx="7">
                  <c:v>637</c:v>
                </c:pt>
                <c:pt idx="8">
                  <c:v>664</c:v>
                </c:pt>
                <c:pt idx="9">
                  <c:v>635</c:v>
                </c:pt>
                <c:pt idx="10">
                  <c:v>724</c:v>
                </c:pt>
                <c:pt idx="11">
                  <c:v>732</c:v>
                </c:pt>
                <c:pt idx="12">
                  <c:v>718</c:v>
                </c:pt>
                <c:pt idx="13">
                  <c:v>728</c:v>
                </c:pt>
                <c:pt idx="14">
                  <c:v>730</c:v>
                </c:pt>
                <c:pt idx="15">
                  <c:v>692</c:v>
                </c:pt>
                <c:pt idx="16">
                  <c:v>671</c:v>
                </c:pt>
                <c:pt idx="17">
                  <c:v>699</c:v>
                </c:pt>
                <c:pt idx="18">
                  <c:v>709</c:v>
                </c:pt>
                <c:pt idx="19">
                  <c:v>635</c:v>
                </c:pt>
                <c:pt idx="20">
                  <c:v>608</c:v>
                </c:pt>
                <c:pt idx="21">
                  <c:v>570</c:v>
                </c:pt>
                <c:pt idx="22">
                  <c:v>580</c:v>
                </c:pt>
                <c:pt idx="23">
                  <c:v>589</c:v>
                </c:pt>
                <c:pt idx="24">
                  <c:v>599</c:v>
                </c:pt>
                <c:pt idx="25">
                  <c:v>607</c:v>
                </c:pt>
                <c:pt idx="26">
                  <c:v>613</c:v>
                </c:pt>
                <c:pt idx="27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加碼 600 萬</c:v>
                </c:pt>
              </c:strCache>
            </c:strRef>
          </c:tx>
          <c:spPr>
            <a:solidFill>
              <a:srgbClr val="8FB0EA"/>
            </a:solidFill>
            <a:ln w="25400" cap="flat">
              <a:solidFill>
                <a:srgbClr val="8FB0E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FB0EA"/>
              </a:solidFill>
              <a:ln w="9525" cap="flat">
                <a:solidFill>
                  <a:srgbClr val="8FB0E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2008/10</c:v>
                  </c:pt>
                  <c:pt idx="1">
                    <c:v>2008/11</c:v>
                  </c:pt>
                  <c:pt idx="2">
                    <c:v>2008/12</c:v>
                  </c:pt>
                  <c:pt idx="3">
                    <c:v>2009/01</c:v>
                  </c:pt>
                  <c:pt idx="4">
                    <c:v>2009/02</c:v>
                  </c:pt>
                  <c:pt idx="5">
                    <c:v>2009/03</c:v>
                  </c:pt>
                  <c:pt idx="6">
                    <c:v>2009/04</c:v>
                  </c:pt>
                  <c:pt idx="7">
                    <c:v>2009/05</c:v>
                  </c:pt>
                  <c:pt idx="8">
                    <c:v>2009/06</c:v>
                  </c:pt>
                  <c:pt idx="9">
                    <c:v>2009/07</c:v>
                  </c:pt>
                  <c:pt idx="10">
                    <c:v>2009/08</c:v>
                  </c:pt>
                  <c:pt idx="11">
                    <c:v>2009/09</c:v>
                  </c:pt>
                  <c:pt idx="12">
                    <c:v>2009/10</c:v>
                  </c:pt>
                  <c:pt idx="13">
                    <c:v>2009/11</c:v>
                  </c:pt>
                  <c:pt idx="14">
                    <c:v>2009/12</c:v>
                  </c:pt>
                  <c:pt idx="15">
                    <c:v>2010/01</c:v>
                  </c:pt>
                  <c:pt idx="16">
                    <c:v>2010/02</c:v>
                  </c:pt>
                  <c:pt idx="17">
                    <c:v>2010/03</c:v>
                  </c:pt>
                  <c:pt idx="18">
                    <c:v>2010/04</c:v>
                  </c:pt>
                  <c:pt idx="19">
                    <c:v>2010/05</c:v>
                  </c:pt>
                  <c:pt idx="20">
                    <c:v>2010/06</c:v>
                  </c:pt>
                  <c:pt idx="21">
                    <c:v>2010/07</c:v>
                  </c:pt>
                  <c:pt idx="22">
                    <c:v>2010/08</c:v>
                  </c:pt>
                  <c:pt idx="23">
                    <c:v>2010/09</c:v>
                  </c:pt>
                  <c:pt idx="24">
                    <c:v>2010/10</c:v>
                  </c:pt>
                  <c:pt idx="25">
                    <c:v>2010/11</c:v>
                  </c:pt>
                  <c:pt idx="26">
                    <c:v>2010/12</c:v>
                  </c:pt>
                  <c:pt idx="27">
                    <c:v>2011/01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363</c:v>
                </c:pt>
                <c:pt idx="1">
                  <c:v>330</c:v>
                </c:pt>
                <c:pt idx="2">
                  <c:v>360</c:v>
                </c:pt>
                <c:pt idx="3">
                  <c:v>340</c:v>
                </c:pt>
                <c:pt idx="4">
                  <c:v>302</c:v>
                </c:pt>
                <c:pt idx="5">
                  <c:v>281</c:v>
                </c:pt>
                <c:pt idx="6">
                  <c:v>345</c:v>
                </c:pt>
                <c:pt idx="7">
                  <c:v>359</c:v>
                </c:pt>
                <c:pt idx="8">
                  <c:v>375</c:v>
                </c:pt>
                <c:pt idx="9">
                  <c:v>359</c:v>
                </c:pt>
                <c:pt idx="10">
                  <c:v>409</c:v>
                </c:pt>
                <c:pt idx="11">
                  <c:v>413</c:v>
                </c:pt>
                <c:pt idx="12">
                  <c:v>411</c:v>
                </c:pt>
                <c:pt idx="13">
                  <c:v>422</c:v>
                </c:pt>
                <c:pt idx="14">
                  <c:v>428</c:v>
                </c:pt>
                <c:pt idx="15">
                  <c:v>411</c:v>
                </c:pt>
                <c:pt idx="16">
                  <c:v>403</c:v>
                </c:pt>
                <c:pt idx="17">
                  <c:v>424</c:v>
                </c:pt>
                <c:pt idx="18">
                  <c:v>435</c:v>
                </c:pt>
                <c:pt idx="19">
                  <c:v>394</c:v>
                </c:pt>
                <c:pt idx="20">
                  <c:v>380</c:v>
                </c:pt>
                <c:pt idx="21">
                  <c:v>360</c:v>
                </c:pt>
                <c:pt idx="22">
                  <c:v>370</c:v>
                </c:pt>
                <c:pt idx="23">
                  <c:v>379</c:v>
                </c:pt>
                <c:pt idx="24">
                  <c:v>388</c:v>
                </c:pt>
                <c:pt idx="25">
                  <c:v>397</c:v>
                </c:pt>
                <c:pt idx="26">
                  <c:v>404</c:v>
                </c:pt>
                <c:pt idx="27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加碼 1,250 萬</c:v>
                </c:pt>
              </c:strCache>
            </c:strRef>
          </c:tx>
          <c:spPr>
            <a:solidFill>
              <a:srgbClr val="E27D70"/>
            </a:solidFill>
            <a:ln w="25400" cap="flat">
              <a:solidFill>
                <a:srgbClr val="E27D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27D70"/>
              </a:solidFill>
              <a:ln w="9525" cap="flat">
                <a:solidFill>
                  <a:srgbClr val="E27D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2008/10</c:v>
                  </c:pt>
                  <c:pt idx="1">
                    <c:v>2008/11</c:v>
                  </c:pt>
                  <c:pt idx="2">
                    <c:v>2008/12</c:v>
                  </c:pt>
                  <c:pt idx="3">
                    <c:v>2009/01</c:v>
                  </c:pt>
                  <c:pt idx="4">
                    <c:v>2009/02</c:v>
                  </c:pt>
                  <c:pt idx="5">
                    <c:v>2009/03</c:v>
                  </c:pt>
                  <c:pt idx="6">
                    <c:v>2009/04</c:v>
                  </c:pt>
                  <c:pt idx="7">
                    <c:v>2009/05</c:v>
                  </c:pt>
                  <c:pt idx="8">
                    <c:v>2009/06</c:v>
                  </c:pt>
                  <c:pt idx="9">
                    <c:v>2009/07</c:v>
                  </c:pt>
                  <c:pt idx="10">
                    <c:v>2009/08</c:v>
                  </c:pt>
                  <c:pt idx="11">
                    <c:v>2009/09</c:v>
                  </c:pt>
                  <c:pt idx="12">
                    <c:v>2009/10</c:v>
                  </c:pt>
                  <c:pt idx="13">
                    <c:v>2009/11</c:v>
                  </c:pt>
                  <c:pt idx="14">
                    <c:v>2009/12</c:v>
                  </c:pt>
                  <c:pt idx="15">
                    <c:v>2010/01</c:v>
                  </c:pt>
                  <c:pt idx="16">
                    <c:v>2010/02</c:v>
                  </c:pt>
                  <c:pt idx="17">
                    <c:v>2010/03</c:v>
                  </c:pt>
                  <c:pt idx="18">
                    <c:v>2010/04</c:v>
                  </c:pt>
                  <c:pt idx="19">
                    <c:v>2010/05</c:v>
                  </c:pt>
                  <c:pt idx="20">
                    <c:v>2010/06</c:v>
                  </c:pt>
                  <c:pt idx="21">
                    <c:v>2010/07</c:v>
                  </c:pt>
                  <c:pt idx="22">
                    <c:v>2010/08</c:v>
                  </c:pt>
                  <c:pt idx="23">
                    <c:v>2010/09</c:v>
                  </c:pt>
                  <c:pt idx="24">
                    <c:v>2010/10</c:v>
                  </c:pt>
                  <c:pt idx="25">
                    <c:v>2010/11</c:v>
                  </c:pt>
                  <c:pt idx="26">
                    <c:v>2010/12</c:v>
                  </c:pt>
                  <c:pt idx="27">
                    <c:v>2011/01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217</c:v>
                </c:pt>
                <c:pt idx="1">
                  <c:v>198</c:v>
                </c:pt>
                <c:pt idx="2">
                  <c:v>215</c:v>
                </c:pt>
                <c:pt idx="3">
                  <c:v>203</c:v>
                </c:pt>
                <c:pt idx="4">
                  <c:v>181</c:v>
                </c:pt>
                <c:pt idx="5">
                  <c:v>166</c:v>
                </c:pt>
                <c:pt idx="6">
                  <c:v>207</c:v>
                </c:pt>
                <c:pt idx="7">
                  <c:v>215</c:v>
                </c:pt>
                <c:pt idx="8">
                  <c:v>225</c:v>
                </c:pt>
                <c:pt idx="9">
                  <c:v>215</c:v>
                </c:pt>
                <c:pt idx="10">
                  <c:v>245</c:v>
                </c:pt>
                <c:pt idx="11">
                  <c:v>248</c:v>
                </c:pt>
                <c:pt idx="12">
                  <c:v>249</c:v>
                </c:pt>
                <c:pt idx="13">
                  <c:v>258</c:v>
                </c:pt>
                <c:pt idx="14">
                  <c:v>265</c:v>
                </c:pt>
                <c:pt idx="15">
                  <c:v>257</c:v>
                </c:pt>
                <c:pt idx="16">
                  <c:v>254</c:v>
                </c:pt>
                <c:pt idx="17">
                  <c:v>270</c:v>
                </c:pt>
                <c:pt idx="18">
                  <c:v>280</c:v>
                </c:pt>
                <c:pt idx="19">
                  <c:v>256</c:v>
                </c:pt>
                <c:pt idx="20">
                  <c:v>250</c:v>
                </c:pt>
                <c:pt idx="21">
                  <c:v>239</c:v>
                </c:pt>
                <c:pt idx="22">
                  <c:v>247</c:v>
                </c:pt>
                <c:pt idx="23">
                  <c:v>256</c:v>
                </c:pt>
                <c:pt idx="24">
                  <c:v>265</c:v>
                </c:pt>
                <c:pt idx="25">
                  <c:v>273</c:v>
                </c:pt>
                <c:pt idx="26">
                  <c:v>280</c:v>
                </c:pt>
                <c:pt idx="27">
                  <c:v/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追繳線 167%</c:v>
                </c:pt>
              </c:strCache>
            </c:strRef>
          </c:tx>
          <c:spPr>
            <a:solidFill>
              <a:srgbClr val="E27D70"/>
            </a:solidFill>
            <a:ln w="25400" cap="flat">
              <a:solidFill>
                <a:srgbClr val="E27D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27D70"/>
              </a:solidFill>
              <a:ln w="9525" cap="flat">
                <a:solidFill>
                  <a:srgbClr val="E27D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2008/10</c:v>
                  </c:pt>
                  <c:pt idx="1">
                    <c:v>2008/11</c:v>
                  </c:pt>
                  <c:pt idx="2">
                    <c:v>2008/12</c:v>
                  </c:pt>
                  <c:pt idx="3">
                    <c:v>2009/01</c:v>
                  </c:pt>
                  <c:pt idx="4">
                    <c:v>2009/02</c:v>
                  </c:pt>
                  <c:pt idx="5">
                    <c:v>2009/03</c:v>
                  </c:pt>
                  <c:pt idx="6">
                    <c:v>2009/04</c:v>
                  </c:pt>
                  <c:pt idx="7">
                    <c:v>2009/05</c:v>
                  </c:pt>
                  <c:pt idx="8">
                    <c:v>2009/06</c:v>
                  </c:pt>
                  <c:pt idx="9">
                    <c:v>2009/07</c:v>
                  </c:pt>
                  <c:pt idx="10">
                    <c:v>2009/08</c:v>
                  </c:pt>
                  <c:pt idx="11">
                    <c:v>2009/09</c:v>
                  </c:pt>
                  <c:pt idx="12">
                    <c:v>2009/10</c:v>
                  </c:pt>
                  <c:pt idx="13">
                    <c:v>2009/11</c:v>
                  </c:pt>
                  <c:pt idx="14">
                    <c:v>2009/12</c:v>
                  </c:pt>
                  <c:pt idx="15">
                    <c:v>2010/01</c:v>
                  </c:pt>
                  <c:pt idx="16">
                    <c:v>2010/02</c:v>
                  </c:pt>
                  <c:pt idx="17">
                    <c:v>2010/03</c:v>
                  </c:pt>
                  <c:pt idx="18">
                    <c:v>2010/04</c:v>
                  </c:pt>
                  <c:pt idx="19">
                    <c:v>2010/05</c:v>
                  </c:pt>
                  <c:pt idx="20">
                    <c:v>2010/06</c:v>
                  </c:pt>
                  <c:pt idx="21">
                    <c:v>2010/07</c:v>
                  </c:pt>
                  <c:pt idx="22">
                    <c:v>2010/08</c:v>
                  </c:pt>
                  <c:pt idx="23">
                    <c:v>2010/09</c:v>
                  </c:pt>
                  <c:pt idx="24">
                    <c:v>2010/10</c:v>
                  </c:pt>
                  <c:pt idx="25">
                    <c:v>2010/11</c:v>
                  </c:pt>
                  <c:pt idx="26">
                    <c:v>2010/12</c:v>
                  </c:pt>
                  <c:pt idx="27">
                    <c:v>2011/01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167</c:v>
                </c:pt>
                <c:pt idx="1">
                  <c:v>167</c:v>
                </c:pt>
                <c:pt idx="2">
                  <c:v>167</c:v>
                </c:pt>
                <c:pt idx="3">
                  <c:v>167</c:v>
                </c:pt>
                <c:pt idx="4">
                  <c:v>167</c:v>
                </c:pt>
                <c:pt idx="5">
                  <c:v>167</c:v>
                </c:pt>
                <c:pt idx="6">
                  <c:v>167</c:v>
                </c:pt>
                <c:pt idx="7">
                  <c:v>167</c:v>
                </c:pt>
                <c:pt idx="8">
                  <c:v>167</c:v>
                </c:pt>
                <c:pt idx="9">
                  <c:v>167</c:v>
                </c:pt>
                <c:pt idx="10">
                  <c:v>167</c:v>
                </c:pt>
                <c:pt idx="11">
                  <c:v>167</c:v>
                </c:pt>
                <c:pt idx="12">
                  <c:v>167</c:v>
                </c:pt>
                <c:pt idx="13">
                  <c:v>167</c:v>
                </c:pt>
                <c:pt idx="14">
                  <c:v>167</c:v>
                </c:pt>
                <c:pt idx="15">
                  <c:v>167</c:v>
                </c:pt>
                <c:pt idx="16">
                  <c:v>167</c:v>
                </c:pt>
                <c:pt idx="17">
                  <c:v>167</c:v>
                </c:pt>
                <c:pt idx="18">
                  <c:v>167</c:v>
                </c:pt>
                <c:pt idx="19">
                  <c:v>167</c:v>
                </c:pt>
                <c:pt idx="20">
                  <c:v>167</c:v>
                </c:pt>
                <c:pt idx="21">
                  <c:v>167</c:v>
                </c:pt>
                <c:pt idx="22">
                  <c:v>167</c:v>
                </c:pt>
                <c:pt idx="23">
                  <c:v>167</c:v>
                </c:pt>
                <c:pt idx="24">
                  <c:v>167</c:v>
                </c:pt>
                <c:pt idx="25">
                  <c:v>167</c:v>
                </c:pt>
                <c:pt idx="26">
                  <c:v>167</c:v>
                </c:pt>
                <c:pt idx="27">
                  <c:v>167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B3C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logBase val="10"/>
          <c:orientation val="minMax"/>
          <c:max val="1000"/>
          <c:min val="100"/>
        </c:scaling>
        <c:delete val="0"/>
        <c:axPos val="l"/>
        <c:majorGridlines>
          <c:spPr>
            <a:ln w="6350" cap="flat">
              <a:solidFill>
                <a:srgbClr val="2A427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B3C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EEF1F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B3C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8B3C9"/>
                </a:solidFill>
                <a:latin typeface="+mn-lt"/>
              </a:rPr>
              <a:t>維持率（擔保品市值 ÷ 借款，對數刻度）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回到前高才還款</c:v>
                </c:pt>
              </c:strCache>
            </c:strRef>
          </c:tx>
          <c:spPr>
            <a:solidFill>
              <a:srgbClr val="A8B3C9"/>
            </a:solidFill>
            <a:ln w="25400" cap="flat">
              <a:solidFill>
                <a:srgbClr val="A8B3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8B3C9"/>
              </a:solidFill>
              <a:ln w="9525" cap="flat">
                <a:solidFill>
                  <a:srgbClr val="A8B3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Sheet1!$A$2:$A$186</c:f>
              <c:multiLvlStrCache>
                <c:ptCount val="185"/>
                <c:lvl>
                  <c:pt idx="0">
                    <c:v>2002/01</c:v>
                  </c:pt>
                  <c:pt idx="1">
                    <c:v>2002/02</c:v>
                  </c:pt>
                  <c:pt idx="2">
                    <c:v>2002/03</c:v>
                  </c:pt>
                  <c:pt idx="3">
                    <c:v>2002/04</c:v>
                  </c:pt>
                  <c:pt idx="4">
                    <c:v>2002/05</c:v>
                  </c:pt>
                  <c:pt idx="5">
                    <c:v>2002/06</c:v>
                  </c:pt>
                  <c:pt idx="6">
                    <c:v>2002/07</c:v>
                  </c:pt>
                  <c:pt idx="7">
                    <c:v>2002/08</c:v>
                  </c:pt>
                  <c:pt idx="8">
                    <c:v>2002/09</c:v>
                  </c:pt>
                  <c:pt idx="9">
                    <c:v>2002/10</c:v>
                  </c:pt>
                  <c:pt idx="10">
                    <c:v>2002/11</c:v>
                  </c:pt>
                  <c:pt idx="11">
                    <c:v>2002/12</c:v>
                  </c:pt>
                  <c:pt idx="12">
                    <c:v>2003/01</c:v>
                  </c:pt>
                  <c:pt idx="13">
                    <c:v>2003/02</c:v>
                  </c:pt>
                  <c:pt idx="14">
                    <c:v>2003/03</c:v>
                  </c:pt>
                  <c:pt idx="15">
                    <c:v>2003/04</c:v>
                  </c:pt>
                  <c:pt idx="16">
                    <c:v>2003/05</c:v>
                  </c:pt>
                  <c:pt idx="17">
                    <c:v>2003/06</c:v>
                  </c:pt>
                  <c:pt idx="18">
                    <c:v>2003/07</c:v>
                  </c:pt>
                  <c:pt idx="19">
                    <c:v>2003/08</c:v>
                  </c:pt>
                  <c:pt idx="20">
                    <c:v>2003/09</c:v>
                  </c:pt>
                  <c:pt idx="21">
                    <c:v>2003/10</c:v>
                  </c:pt>
                  <c:pt idx="22">
                    <c:v>2003/11</c:v>
                  </c:pt>
                  <c:pt idx="23">
                    <c:v>2003/12</c:v>
                  </c:pt>
                  <c:pt idx="24">
                    <c:v>2004/01</c:v>
                  </c:pt>
                  <c:pt idx="25">
                    <c:v>2004/02</c:v>
                  </c:pt>
                  <c:pt idx="26">
                    <c:v>2004/03</c:v>
                  </c:pt>
                  <c:pt idx="27">
                    <c:v>2004/04</c:v>
                  </c:pt>
                  <c:pt idx="28">
                    <c:v>2004/05</c:v>
                  </c:pt>
                  <c:pt idx="29">
                    <c:v>2004/06</c:v>
                  </c:pt>
                  <c:pt idx="30">
                    <c:v>2004/07</c:v>
                  </c:pt>
                  <c:pt idx="31">
                    <c:v>2004/08</c:v>
                  </c:pt>
                  <c:pt idx="32">
                    <c:v>2004/09</c:v>
                  </c:pt>
                  <c:pt idx="33">
                    <c:v>2004/10</c:v>
                  </c:pt>
                  <c:pt idx="34">
                    <c:v>2004/11</c:v>
                  </c:pt>
                  <c:pt idx="35">
                    <c:v>2004/12</c:v>
                  </c:pt>
                  <c:pt idx="36">
                    <c:v>2005/01</c:v>
                  </c:pt>
                  <c:pt idx="37">
                    <c:v>2005/02</c:v>
                  </c:pt>
                  <c:pt idx="38">
                    <c:v>2005/03</c:v>
                  </c:pt>
                  <c:pt idx="39">
                    <c:v>2005/04</c:v>
                  </c:pt>
                  <c:pt idx="40">
                    <c:v>2005/05</c:v>
                  </c:pt>
                  <c:pt idx="41">
                    <c:v>2005/06</c:v>
                  </c:pt>
                  <c:pt idx="42">
                    <c:v>2005/07</c:v>
                  </c:pt>
                  <c:pt idx="43">
                    <c:v>2005/08</c:v>
                  </c:pt>
                  <c:pt idx="44">
                    <c:v>2005/09</c:v>
                  </c:pt>
                  <c:pt idx="45">
                    <c:v>2005/10</c:v>
                  </c:pt>
                  <c:pt idx="46">
                    <c:v>2005/11</c:v>
                  </c:pt>
                  <c:pt idx="47">
                    <c:v>2005/12</c:v>
                  </c:pt>
                  <c:pt idx="48">
                    <c:v>2006/01</c:v>
                  </c:pt>
                  <c:pt idx="49">
                    <c:v>2006/02</c:v>
                  </c:pt>
                  <c:pt idx="50">
                    <c:v>2006/03</c:v>
                  </c:pt>
                  <c:pt idx="51">
                    <c:v>2006/04</c:v>
                  </c:pt>
                  <c:pt idx="52">
                    <c:v>2006/05</c:v>
                  </c:pt>
                  <c:pt idx="53">
                    <c:v>2006/06</c:v>
                  </c:pt>
                  <c:pt idx="54">
                    <c:v>2006/07</c:v>
                  </c:pt>
                  <c:pt idx="55">
                    <c:v>2006/08</c:v>
                  </c:pt>
                  <c:pt idx="56">
                    <c:v>2006/09</c:v>
                  </c:pt>
                  <c:pt idx="57">
                    <c:v>2006/10</c:v>
                  </c:pt>
                  <c:pt idx="58">
                    <c:v>2006/11</c:v>
                  </c:pt>
                  <c:pt idx="59">
                    <c:v>2006/12</c:v>
                  </c:pt>
                  <c:pt idx="60">
                    <c:v>2007/01</c:v>
                  </c:pt>
                  <c:pt idx="61">
                    <c:v>2007/02</c:v>
                  </c:pt>
                  <c:pt idx="62">
                    <c:v>2007/03</c:v>
                  </c:pt>
                  <c:pt idx="63">
                    <c:v>2007/04</c:v>
                  </c:pt>
                  <c:pt idx="64">
                    <c:v>2007/05</c:v>
                  </c:pt>
                  <c:pt idx="65">
                    <c:v>2007/06</c:v>
                  </c:pt>
                  <c:pt idx="66">
                    <c:v>2007/07</c:v>
                  </c:pt>
                  <c:pt idx="67">
                    <c:v>2007/08</c:v>
                  </c:pt>
                  <c:pt idx="68">
                    <c:v>2007/09</c:v>
                  </c:pt>
                  <c:pt idx="69">
                    <c:v>2007/10</c:v>
                  </c:pt>
                  <c:pt idx="70">
                    <c:v>2007/11</c:v>
                  </c:pt>
                  <c:pt idx="71">
                    <c:v>2007/12</c:v>
                  </c:pt>
                  <c:pt idx="72">
                    <c:v>2008/01</c:v>
                  </c:pt>
                  <c:pt idx="73">
                    <c:v>2008/02</c:v>
                  </c:pt>
                  <c:pt idx="74">
                    <c:v>2008/03</c:v>
                  </c:pt>
                  <c:pt idx="75">
                    <c:v>2008/04</c:v>
                  </c:pt>
                  <c:pt idx="76">
                    <c:v>2008/05</c:v>
                  </c:pt>
                  <c:pt idx="77">
                    <c:v>2008/06</c:v>
                  </c:pt>
                  <c:pt idx="78">
                    <c:v>2008/07</c:v>
                  </c:pt>
                  <c:pt idx="79">
                    <c:v>2008/08</c:v>
                  </c:pt>
                  <c:pt idx="80">
                    <c:v>2008/09</c:v>
                  </c:pt>
                  <c:pt idx="81">
                    <c:v>2008/10</c:v>
                  </c:pt>
                  <c:pt idx="82">
                    <c:v>2008/11</c:v>
                  </c:pt>
                  <c:pt idx="83">
                    <c:v>2008/12</c:v>
                  </c:pt>
                  <c:pt idx="84">
                    <c:v>2009/01</c:v>
                  </c:pt>
                  <c:pt idx="85">
                    <c:v>2009/02</c:v>
                  </c:pt>
                  <c:pt idx="86">
                    <c:v>2009/03</c:v>
                  </c:pt>
                  <c:pt idx="87">
                    <c:v>2009/04</c:v>
                  </c:pt>
                  <c:pt idx="88">
                    <c:v>2009/05</c:v>
                  </c:pt>
                  <c:pt idx="89">
                    <c:v>2009/06</c:v>
                  </c:pt>
                  <c:pt idx="90">
                    <c:v>2009/07</c:v>
                  </c:pt>
                  <c:pt idx="91">
                    <c:v>2009/08</c:v>
                  </c:pt>
                  <c:pt idx="92">
                    <c:v>2009/09</c:v>
                  </c:pt>
                  <c:pt idx="93">
                    <c:v>2009/10</c:v>
                  </c:pt>
                  <c:pt idx="94">
                    <c:v>2009/11</c:v>
                  </c:pt>
                  <c:pt idx="95">
                    <c:v>2009/12</c:v>
                  </c:pt>
                  <c:pt idx="96">
                    <c:v>2010/01</c:v>
                  </c:pt>
                  <c:pt idx="97">
                    <c:v>2010/02</c:v>
                  </c:pt>
                  <c:pt idx="98">
                    <c:v>2010/03</c:v>
                  </c:pt>
                  <c:pt idx="99">
                    <c:v>2010/04</c:v>
                  </c:pt>
                  <c:pt idx="100">
                    <c:v>2010/05</c:v>
                  </c:pt>
                  <c:pt idx="101">
                    <c:v>2010/06</c:v>
                  </c:pt>
                  <c:pt idx="102">
                    <c:v>2010/07</c:v>
                  </c:pt>
                  <c:pt idx="103">
                    <c:v>2010/08</c:v>
                  </c:pt>
                  <c:pt idx="104">
                    <c:v>2010/09</c:v>
                  </c:pt>
                  <c:pt idx="105">
                    <c:v>2010/10</c:v>
                  </c:pt>
                  <c:pt idx="106">
                    <c:v>2010/11</c:v>
                  </c:pt>
                  <c:pt idx="107">
                    <c:v>2010/12</c:v>
                  </c:pt>
                  <c:pt idx="108">
                    <c:v>2011/01</c:v>
                  </c:pt>
                  <c:pt idx="109">
                    <c:v>2011/02</c:v>
                  </c:pt>
                  <c:pt idx="110">
                    <c:v>2011/03</c:v>
                  </c:pt>
                  <c:pt idx="111">
                    <c:v>2011/04</c:v>
                  </c:pt>
                  <c:pt idx="112">
                    <c:v>2011/05</c:v>
                  </c:pt>
                  <c:pt idx="113">
                    <c:v>2011/06</c:v>
                  </c:pt>
                  <c:pt idx="114">
                    <c:v>2011/07</c:v>
                  </c:pt>
                  <c:pt idx="115">
                    <c:v>2011/08</c:v>
                  </c:pt>
                  <c:pt idx="116">
                    <c:v>2011/09</c:v>
                  </c:pt>
                  <c:pt idx="117">
                    <c:v>2011/10</c:v>
                  </c:pt>
                  <c:pt idx="118">
                    <c:v>2011/11</c:v>
                  </c:pt>
                  <c:pt idx="119">
                    <c:v>2011/12</c:v>
                  </c:pt>
                  <c:pt idx="120">
                    <c:v>2012/01</c:v>
                  </c:pt>
                  <c:pt idx="121">
                    <c:v>2012/02</c:v>
                  </c:pt>
                  <c:pt idx="122">
                    <c:v>2012/03</c:v>
                  </c:pt>
                  <c:pt idx="123">
                    <c:v>2012/04</c:v>
                  </c:pt>
                  <c:pt idx="124">
                    <c:v>2012/05</c:v>
                  </c:pt>
                  <c:pt idx="125">
                    <c:v>2012/06</c:v>
                  </c:pt>
                  <c:pt idx="126">
                    <c:v>2012/07</c:v>
                  </c:pt>
                  <c:pt idx="127">
                    <c:v>2012/08</c:v>
                  </c:pt>
                  <c:pt idx="128">
                    <c:v>2012/09</c:v>
                  </c:pt>
                  <c:pt idx="129">
                    <c:v>2012/10</c:v>
                  </c:pt>
                  <c:pt idx="130">
                    <c:v>2012/11</c:v>
                  </c:pt>
                  <c:pt idx="131">
                    <c:v>2012/12</c:v>
                  </c:pt>
                  <c:pt idx="132">
                    <c:v>2013/01</c:v>
                  </c:pt>
                  <c:pt idx="133">
                    <c:v>2013/02</c:v>
                  </c:pt>
                  <c:pt idx="134">
                    <c:v>2013/03</c:v>
                  </c:pt>
                  <c:pt idx="135">
                    <c:v>2013/04</c:v>
                  </c:pt>
                  <c:pt idx="136">
                    <c:v>2013/05</c:v>
                  </c:pt>
                  <c:pt idx="137">
                    <c:v>2013/06</c:v>
                  </c:pt>
                  <c:pt idx="138">
                    <c:v>2013/07</c:v>
                  </c:pt>
                  <c:pt idx="139">
                    <c:v>2013/08</c:v>
                  </c:pt>
                  <c:pt idx="140">
                    <c:v>2013/09</c:v>
                  </c:pt>
                  <c:pt idx="141">
                    <c:v>2013/10</c:v>
                  </c:pt>
                  <c:pt idx="142">
                    <c:v>2013/11</c:v>
                  </c:pt>
                  <c:pt idx="143">
                    <c:v>2013/12</c:v>
                  </c:pt>
                  <c:pt idx="144">
                    <c:v>2014/01</c:v>
                  </c:pt>
                  <c:pt idx="145">
                    <c:v>2014/02</c:v>
                  </c:pt>
                  <c:pt idx="146">
                    <c:v>2014/03</c:v>
                  </c:pt>
                  <c:pt idx="147">
                    <c:v>2014/04</c:v>
                  </c:pt>
                  <c:pt idx="148">
                    <c:v>2014/05</c:v>
                  </c:pt>
                  <c:pt idx="149">
                    <c:v>2014/06</c:v>
                  </c:pt>
                  <c:pt idx="150">
                    <c:v>2014/07</c:v>
                  </c:pt>
                  <c:pt idx="151">
                    <c:v>2014/08</c:v>
                  </c:pt>
                  <c:pt idx="152">
                    <c:v>2014/09</c:v>
                  </c:pt>
                  <c:pt idx="153">
                    <c:v>2014/10</c:v>
                  </c:pt>
                  <c:pt idx="154">
                    <c:v>2014/11</c:v>
                  </c:pt>
                  <c:pt idx="155">
                    <c:v>2014/12</c:v>
                  </c:pt>
                  <c:pt idx="156">
                    <c:v>2015/01</c:v>
                  </c:pt>
                  <c:pt idx="157">
                    <c:v>2015/02</c:v>
                  </c:pt>
                  <c:pt idx="158">
                    <c:v>2015/03</c:v>
                  </c:pt>
                  <c:pt idx="159">
                    <c:v>2015/04</c:v>
                  </c:pt>
                  <c:pt idx="160">
                    <c:v>2015/05</c:v>
                  </c:pt>
                  <c:pt idx="161">
                    <c:v>2015/06</c:v>
                  </c:pt>
                  <c:pt idx="162">
                    <c:v>2015/07</c:v>
                  </c:pt>
                  <c:pt idx="163">
                    <c:v>2015/08</c:v>
                  </c:pt>
                  <c:pt idx="164">
                    <c:v>2015/09</c:v>
                  </c:pt>
                  <c:pt idx="165">
                    <c:v>2015/10</c:v>
                  </c:pt>
                  <c:pt idx="166">
                    <c:v>2015/11</c:v>
                  </c:pt>
                  <c:pt idx="167">
                    <c:v>2015/12</c:v>
                  </c:pt>
                  <c:pt idx="168">
                    <c:v>2016/01</c:v>
                  </c:pt>
                  <c:pt idx="169">
                    <c:v>2016/02</c:v>
                  </c:pt>
                  <c:pt idx="170">
                    <c:v>2016/03</c:v>
                  </c:pt>
                  <c:pt idx="171">
                    <c:v>2016/04</c:v>
                  </c:pt>
                  <c:pt idx="172">
                    <c:v>2016/05</c:v>
                  </c:pt>
                  <c:pt idx="173">
                    <c:v>2016/06</c:v>
                  </c:pt>
                  <c:pt idx="174">
                    <c:v>2016/07</c:v>
                  </c:pt>
                  <c:pt idx="175">
                    <c:v>2016/08</c:v>
                  </c:pt>
                  <c:pt idx="176">
                    <c:v>2016/09</c:v>
                  </c:pt>
                  <c:pt idx="177">
                    <c:v>2016/10</c:v>
                  </c:pt>
                  <c:pt idx="178">
                    <c:v>2016/11</c:v>
                  </c:pt>
                  <c:pt idx="179">
                    <c:v>2016/12</c:v>
                  </c:pt>
                  <c:pt idx="180">
                    <c:v>2017/01</c:v>
                  </c:pt>
                  <c:pt idx="181">
                    <c:v>2017/02</c:v>
                  </c:pt>
                  <c:pt idx="182">
                    <c:v>2017/03</c:v>
                  </c:pt>
                  <c:pt idx="183">
                    <c:v>2017/04</c:v>
                  </c:pt>
                  <c:pt idx="184">
                    <c:v>2017/05</c:v>
                  </c:pt>
                </c:lvl>
              </c:multiLvlStrCache>
            </c:multiLvlStrRef>
          </c:cat>
          <c:val>
            <c:numRef>
              <c:f>Sheet1!$B$2:$B$186</c:f>
              <c:numCache>
                <c:formatCode>General</c:formatCode>
                <c:ptCount val="18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983</c:v>
                </c:pt>
                <c:pt idx="16">
                  <c:v>912</c:v>
                </c:pt>
                <c:pt idx="17">
                  <c:v>971</c:v>
                </c:pt>
                <c:pt idx="18">
                  <c:v>996</c:v>
                </c:pt>
                <c:pt idx="19">
                  <c:v>957</c:v>
                </c:pt>
                <c:pt idx="20">
                  <c:v>979</c:v>
                </c:pt>
                <c:pt idx="21">
                  <c:v>950</c:v>
                </c:pt>
                <c:pt idx="22">
                  <c:v>908</c:v>
                </c:pt>
                <c:pt idx="23">
                  <c:v>867</c:v>
                </c:pt>
                <c:pt idx="24">
                  <c:v>871</c:v>
                </c:pt>
                <c:pt idx="25">
                  <c:v>879</c:v>
                </c:pt>
                <c:pt idx="26">
                  <c:v>814</c:v>
                </c:pt>
                <c:pt idx="27">
                  <c:v>781</c:v>
                </c:pt>
                <c:pt idx="28">
                  <c:v>711</c:v>
                </c:pt>
                <c:pt idx="29">
                  <c:v>662</c:v>
                </c:pt>
                <c:pt idx="30">
                  <c:v>616</c:v>
                </c:pt>
                <c:pt idx="31">
                  <c:v>598</c:v>
                </c:pt>
                <c:pt idx="32">
                  <c:v>619</c:v>
                </c:pt>
                <c:pt idx="33">
                  <c:v>593</c:v>
                </c:pt>
                <c:pt idx="34">
                  <c:v>583</c:v>
                </c:pt>
                <c:pt idx="35">
                  <c:v>578</c:v>
                </c:pt>
                <c:pt idx="36">
                  <c:v>556</c:v>
                </c:pt>
                <c:pt idx="37">
                  <c:v>566</c:v>
                </c:pt>
                <c:pt idx="38">
                  <c:v>544</c:v>
                </c:pt>
                <c:pt idx="39">
                  <c:v>503</c:v>
                </c:pt>
                <c:pt idx="40">
                  <c:v>508</c:v>
                </c:pt>
                <c:pt idx="41">
                  <c:v>508</c:v>
                </c:pt>
                <c:pt idx="42">
                  <c:v>503</c:v>
                </c:pt>
                <c:pt idx="43">
                  <c:v>486</c:v>
                </c:pt>
                <c:pt idx="44">
                  <c:v>458</c:v>
                </c:pt>
                <c:pt idx="45">
                  <c:v>425</c:v>
                </c:pt>
                <c:pt idx="46">
                  <c:v>437</c:v>
                </c:pt>
                <c:pt idx="47">
                  <c:v>450</c:v>
                </c:pt>
                <c:pt idx="48">
                  <c:v>458</c:v>
                </c:pt>
                <c:pt idx="49">
                  <c:v>452</c:v>
                </c:pt>
                <c:pt idx="50">
                  <c:v>432</c:v>
                </c:pt>
                <c:pt idx="51">
                  <c:v>450</c:v>
                </c:pt>
                <c:pt idx="52">
                  <c:v>447</c:v>
                </c:pt>
                <c:pt idx="53">
                  <c:v>411</c:v>
                </c:pt>
                <c:pt idx="54">
                  <c:v>401</c:v>
                </c:pt>
                <c:pt idx="55">
                  <c:v>395</c:v>
                </c:pt>
                <c:pt idx="56">
                  <c:v>400</c:v>
                </c:pt>
                <c:pt idx="57">
                  <c:v>416</c:v>
                </c:pt>
                <c:pt idx="58">
                  <c:v>415</c:v>
                </c:pt>
                <c:pt idx="59">
                  <c:v>429</c:v>
                </c:pt>
                <c:pt idx="60">
                  <c:v>434</c:v>
                </c:pt>
                <c:pt idx="61">
                  <c:v>428</c:v>
                </c:pt>
                <c:pt idx="62">
                  <c:v>409</c:v>
                </c:pt>
                <c:pt idx="63">
                  <c:v>422</c:v>
                </c:pt>
                <c:pt idx="64">
                  <c:v>420</c:v>
                </c:pt>
                <c:pt idx="65">
                  <c:v>425</c:v>
                </c:pt>
                <c:pt idx="66">
                  <c:v>463</c:v>
                </c:pt>
                <c:pt idx="67">
                  <c:v>403</c:v>
                </c:pt>
                <c:pt idx="68">
                  <c:v>442</c:v>
                </c:pt>
                <c:pt idx="69">
                  <c:v>459</c:v>
                </c:pt>
                <c:pt idx="70">
                  <c:v>397</c:v>
                </c:pt>
                <c:pt idx="71">
                  <c:v>372</c:v>
                </c:pt>
                <c:pt idx="72">
                  <c:v>357</c:v>
                </c:pt>
                <c:pt idx="73">
                  <c:v>349</c:v>
                </c:pt>
                <c:pt idx="74">
                  <c:v>366</c:v>
                </c:pt>
                <c:pt idx="75">
                  <c:v>394</c:v>
                </c:pt>
                <c:pt idx="76">
                  <c:v>375</c:v>
                </c:pt>
                <c:pt idx="77">
                  <c:v>324</c:v>
                </c:pt>
                <c:pt idx="78">
                  <c:v>291</c:v>
                </c:pt>
                <c:pt idx="79">
                  <c:v>294</c:v>
                </c:pt>
                <c:pt idx="80">
                  <c:v>250</c:v>
                </c:pt>
                <c:pt idx="81">
                  <c:v>192</c:v>
                </c:pt>
                <c:pt idx="82">
                  <c:v>170</c:v>
                </c:pt>
                <c:pt idx="83">
                  <c:v>175</c:v>
                </c:pt>
                <c:pt idx="84">
                  <c:v>178</c:v>
                </c:pt>
                <c:pt idx="85">
                  <c:v>180</c:v>
                </c:pt>
                <c:pt idx="86">
                  <c:v>188</c:v>
                </c:pt>
                <c:pt idx="87">
                  <c:v>221</c:v>
                </c:pt>
                <c:pt idx="88">
                  <c:v>258</c:v>
                </c:pt>
                <c:pt idx="89">
                  <c:v>246</c:v>
                </c:pt>
                <c:pt idx="90">
                  <c:v>262</c:v>
                </c:pt>
                <c:pt idx="91">
                  <c:v>260</c:v>
                </c:pt>
                <c:pt idx="92">
                  <c:v>278</c:v>
                </c:pt>
                <c:pt idx="93">
                  <c:v>283</c:v>
                </c:pt>
                <c:pt idx="94">
                  <c:v>287</c:v>
                </c:pt>
                <c:pt idx="95">
                  <c:v>292</c:v>
                </c:pt>
                <c:pt idx="96">
                  <c:v>290</c:v>
                </c:pt>
                <c:pt idx="97">
                  <c:v>272</c:v>
                </c:pt>
                <c:pt idx="98">
                  <c:v>288</c:v>
                </c:pt>
                <c:pt idx="99">
                  <c:v>298</c:v>
                </c:pt>
                <c:pt idx="100">
                  <c:v>268</c:v>
                </c:pt>
                <c:pt idx="101">
                  <c:v>269</c:v>
                </c:pt>
                <c:pt idx="102">
                  <c:v>269</c:v>
                </c:pt>
                <c:pt idx="103">
                  <c:v>281</c:v>
                </c:pt>
                <c:pt idx="104">
                  <c:v>284</c:v>
                </c:pt>
                <c:pt idx="105">
                  <c:v>294</c:v>
                </c:pt>
                <c:pt idx="106">
                  <c:v>298</c:v>
                </c:pt>
                <c:pt idx="107">
                  <c:v>308</c:v>
                </c:pt>
                <c:pt idx="108">
                  <c:v>311</c:v>
                </c:pt>
                <c:pt idx="109">
                  <c:v>303</c:v>
                </c:pt>
                <c:pt idx="110">
                  <c:v>294</c:v>
                </c:pt>
                <c:pt idx="111">
                  <c:v>304</c:v>
                </c:pt>
                <c:pt idx="112">
                  <c:v>306</c:v>
                </c:pt>
                <c:pt idx="113">
                  <c:v>294</c:v>
                </c:pt>
                <c:pt idx="114">
                  <c:v>294</c:v>
                </c:pt>
                <c:pt idx="115">
                  <c:v>251</c:v>
                </c:pt>
                <c:pt idx="116">
                  <c:v>239</c:v>
                </c:pt>
                <c:pt idx="117">
                  <c:v>243</c:v>
                </c:pt>
                <c:pt idx="118">
                  <c:v>227</c:v>
                </c:pt>
                <c:pt idx="119">
                  <c:v>226</c:v>
                </c:pt>
                <c:pt idx="120">
                  <c:v>236</c:v>
                </c:pt>
                <c:pt idx="121">
                  <c:v>252</c:v>
                </c:pt>
                <c:pt idx="122">
                  <c:v>259</c:v>
                </c:pt>
                <c:pt idx="123">
                  <c:v>243</c:v>
                </c:pt>
                <c:pt idx="124">
                  <c:v>228</c:v>
                </c:pt>
                <c:pt idx="125">
                  <c:v>225</c:v>
                </c:pt>
                <c:pt idx="126">
                  <c:v>226</c:v>
                </c:pt>
                <c:pt idx="127">
                  <c:v>229</c:v>
                </c:pt>
                <c:pt idx="128">
                  <c:v>234</c:v>
                </c:pt>
                <c:pt idx="129">
                  <c:v>223</c:v>
                </c:pt>
                <c:pt idx="130">
                  <c:v>221</c:v>
                </c:pt>
                <c:pt idx="131">
                  <c:v>232</c:v>
                </c:pt>
                <c:pt idx="132">
                  <c:v>235</c:v>
                </c:pt>
                <c:pt idx="133">
                  <c:v>240</c:v>
                </c:pt>
                <c:pt idx="134">
                  <c:v>236</c:v>
                </c:pt>
                <c:pt idx="135">
                  <c:v>235</c:v>
                </c:pt>
                <c:pt idx="136">
                  <c:v>243</c:v>
                </c:pt>
                <c:pt idx="137">
                  <c:v>232</c:v>
                </c:pt>
                <c:pt idx="138">
                  <c:v>236</c:v>
                </c:pt>
                <c:pt idx="139">
                  <c:v>231</c:v>
                </c:pt>
                <c:pt idx="140">
                  <c:v>238</c:v>
                </c:pt>
                <c:pt idx="141">
                  <c:v>242</c:v>
                </c:pt>
                <c:pt idx="142">
                  <c:v>234</c:v>
                </c:pt>
                <c:pt idx="143">
                  <c:v>240</c:v>
                </c:pt>
                <c:pt idx="144">
                  <c:v>243</c:v>
                </c:pt>
                <c:pt idx="145">
                  <c:v>237</c:v>
                </c:pt>
                <c:pt idx="146">
                  <c:v>241</c:v>
                </c:pt>
                <c:pt idx="147">
                  <c:v>245</c:v>
                </c:pt>
                <c:pt idx="148">
                  <c:v>246</c:v>
                </c:pt>
                <c:pt idx="149">
                  <c:v>252</c:v>
                </c:pt>
                <c:pt idx="150">
                  <c:v>258</c:v>
                </c:pt>
                <c:pt idx="151">
                  <c:v>248</c:v>
                </c:pt>
                <c:pt idx="152">
                  <c:v>244</c:v>
                </c:pt>
                <c:pt idx="153">
                  <c:v>229</c:v>
                </c:pt>
                <c:pt idx="154">
                  <c:v>239</c:v>
                </c:pt>
                <c:pt idx="155">
                  <c:v>240</c:v>
                </c:pt>
                <c:pt idx="156">
                  <c:v>242</c:v>
                </c:pt>
                <c:pt idx="157">
                  <c:v>249</c:v>
                </c:pt>
                <c:pt idx="158">
                  <c:v>248</c:v>
                </c:pt>
                <c:pt idx="159">
                  <c:v>249</c:v>
                </c:pt>
                <c:pt idx="160">
                  <c:v>248</c:v>
                </c:pt>
                <c:pt idx="161">
                  <c:v>239</c:v>
                </c:pt>
                <c:pt idx="162">
                  <c:v>221</c:v>
                </c:pt>
                <c:pt idx="163">
                  <c:v>198</c:v>
                </c:pt>
                <c:pt idx="164">
                  <c:v>202</c:v>
                </c:pt>
                <c:pt idx="165">
                  <c:v>208</c:v>
                </c:pt>
                <c:pt idx="166">
                  <c:v>207</c:v>
                </c:pt>
                <c:pt idx="167">
                  <c:v>201</c:v>
                </c:pt>
                <c:pt idx="168">
                  <c:v>190</c:v>
                </c:pt>
                <c:pt idx="169">
                  <c:v>203</c:v>
                </c:pt>
                <c:pt idx="170">
                  <c:v>209</c:v>
                </c:pt>
                <c:pt idx="171">
                  <c:v>201</c:v>
                </c:pt>
                <c:pt idx="172">
                  <c:v>192</c:v>
                </c:pt>
                <c:pt idx="173">
                  <c:v>201</c:v>
                </c:pt>
                <c:pt idx="174">
                  <c:v>204</c:v>
                </c:pt>
                <c:pt idx="175">
                  <c:v>211</c:v>
                </c:pt>
                <c:pt idx="176">
                  <c:v>209</c:v>
                </c:pt>
                <c:pt idx="177">
                  <c:v>212</c:v>
                </c:pt>
                <c:pt idx="178">
                  <c:v>206</c:v>
                </c:pt>
                <c:pt idx="179">
                  <c:v>207</c:v>
                </c:pt>
                <c:pt idx="180">
                  <c:v>211</c:v>
                </c:pt>
                <c:pt idx="181">
                  <c:v>213</c:v>
                </c:pt>
                <c:pt idx="182">
                  <c:v>215</c:v>
                </c:pt>
                <c:pt idx="183">
                  <c:v>216</c:v>
                </c:pt>
                <c:pt idx="184">
                  <c:v>219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同上＋加碼 300 萬</c:v>
                </c:pt>
              </c:strCache>
            </c:strRef>
          </c:tx>
          <c:spPr>
            <a:solidFill>
              <a:srgbClr val="E27D70"/>
            </a:solidFill>
            <a:ln w="25400" cap="flat">
              <a:solidFill>
                <a:srgbClr val="E27D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27D70"/>
              </a:solidFill>
              <a:ln w="9525" cap="flat">
                <a:solidFill>
                  <a:srgbClr val="E27D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Sheet1!$A$2:$A$186</c:f>
              <c:multiLvlStrCache>
                <c:ptCount val="185"/>
                <c:lvl>
                  <c:pt idx="0">
                    <c:v>2002/01</c:v>
                  </c:pt>
                  <c:pt idx="1">
                    <c:v>2002/02</c:v>
                  </c:pt>
                  <c:pt idx="2">
                    <c:v>2002/03</c:v>
                  </c:pt>
                  <c:pt idx="3">
                    <c:v>2002/04</c:v>
                  </c:pt>
                  <c:pt idx="4">
                    <c:v>2002/05</c:v>
                  </c:pt>
                  <c:pt idx="5">
                    <c:v>2002/06</c:v>
                  </c:pt>
                  <c:pt idx="6">
                    <c:v>2002/07</c:v>
                  </c:pt>
                  <c:pt idx="7">
                    <c:v>2002/08</c:v>
                  </c:pt>
                  <c:pt idx="8">
                    <c:v>2002/09</c:v>
                  </c:pt>
                  <c:pt idx="9">
                    <c:v>2002/10</c:v>
                  </c:pt>
                  <c:pt idx="10">
                    <c:v>2002/11</c:v>
                  </c:pt>
                  <c:pt idx="11">
                    <c:v>2002/12</c:v>
                  </c:pt>
                  <c:pt idx="12">
                    <c:v>2003/01</c:v>
                  </c:pt>
                  <c:pt idx="13">
                    <c:v>2003/02</c:v>
                  </c:pt>
                  <c:pt idx="14">
                    <c:v>2003/03</c:v>
                  </c:pt>
                  <c:pt idx="15">
                    <c:v>2003/04</c:v>
                  </c:pt>
                  <c:pt idx="16">
                    <c:v>2003/05</c:v>
                  </c:pt>
                  <c:pt idx="17">
                    <c:v>2003/06</c:v>
                  </c:pt>
                  <c:pt idx="18">
                    <c:v>2003/07</c:v>
                  </c:pt>
                  <c:pt idx="19">
                    <c:v>2003/08</c:v>
                  </c:pt>
                  <c:pt idx="20">
                    <c:v>2003/09</c:v>
                  </c:pt>
                  <c:pt idx="21">
                    <c:v>2003/10</c:v>
                  </c:pt>
                  <c:pt idx="22">
                    <c:v>2003/11</c:v>
                  </c:pt>
                  <c:pt idx="23">
                    <c:v>2003/12</c:v>
                  </c:pt>
                  <c:pt idx="24">
                    <c:v>2004/01</c:v>
                  </c:pt>
                  <c:pt idx="25">
                    <c:v>2004/02</c:v>
                  </c:pt>
                  <c:pt idx="26">
                    <c:v>2004/03</c:v>
                  </c:pt>
                  <c:pt idx="27">
                    <c:v>2004/04</c:v>
                  </c:pt>
                  <c:pt idx="28">
                    <c:v>2004/05</c:v>
                  </c:pt>
                  <c:pt idx="29">
                    <c:v>2004/06</c:v>
                  </c:pt>
                  <c:pt idx="30">
                    <c:v>2004/07</c:v>
                  </c:pt>
                  <c:pt idx="31">
                    <c:v>2004/08</c:v>
                  </c:pt>
                  <c:pt idx="32">
                    <c:v>2004/09</c:v>
                  </c:pt>
                  <c:pt idx="33">
                    <c:v>2004/10</c:v>
                  </c:pt>
                  <c:pt idx="34">
                    <c:v>2004/11</c:v>
                  </c:pt>
                  <c:pt idx="35">
                    <c:v>2004/12</c:v>
                  </c:pt>
                  <c:pt idx="36">
                    <c:v>2005/01</c:v>
                  </c:pt>
                  <c:pt idx="37">
                    <c:v>2005/02</c:v>
                  </c:pt>
                  <c:pt idx="38">
                    <c:v>2005/03</c:v>
                  </c:pt>
                  <c:pt idx="39">
                    <c:v>2005/04</c:v>
                  </c:pt>
                  <c:pt idx="40">
                    <c:v>2005/05</c:v>
                  </c:pt>
                  <c:pt idx="41">
                    <c:v>2005/06</c:v>
                  </c:pt>
                  <c:pt idx="42">
                    <c:v>2005/07</c:v>
                  </c:pt>
                  <c:pt idx="43">
                    <c:v>2005/08</c:v>
                  </c:pt>
                  <c:pt idx="44">
                    <c:v>2005/09</c:v>
                  </c:pt>
                  <c:pt idx="45">
                    <c:v>2005/10</c:v>
                  </c:pt>
                  <c:pt idx="46">
                    <c:v>2005/11</c:v>
                  </c:pt>
                  <c:pt idx="47">
                    <c:v>2005/12</c:v>
                  </c:pt>
                  <c:pt idx="48">
                    <c:v>2006/01</c:v>
                  </c:pt>
                  <c:pt idx="49">
                    <c:v>2006/02</c:v>
                  </c:pt>
                  <c:pt idx="50">
                    <c:v>2006/03</c:v>
                  </c:pt>
                  <c:pt idx="51">
                    <c:v>2006/04</c:v>
                  </c:pt>
                  <c:pt idx="52">
                    <c:v>2006/05</c:v>
                  </c:pt>
                  <c:pt idx="53">
                    <c:v>2006/06</c:v>
                  </c:pt>
                  <c:pt idx="54">
                    <c:v>2006/07</c:v>
                  </c:pt>
                  <c:pt idx="55">
                    <c:v>2006/08</c:v>
                  </c:pt>
                  <c:pt idx="56">
                    <c:v>2006/09</c:v>
                  </c:pt>
                  <c:pt idx="57">
                    <c:v>2006/10</c:v>
                  </c:pt>
                  <c:pt idx="58">
                    <c:v>2006/11</c:v>
                  </c:pt>
                  <c:pt idx="59">
                    <c:v>2006/12</c:v>
                  </c:pt>
                  <c:pt idx="60">
                    <c:v>2007/01</c:v>
                  </c:pt>
                  <c:pt idx="61">
                    <c:v>2007/02</c:v>
                  </c:pt>
                  <c:pt idx="62">
                    <c:v>2007/03</c:v>
                  </c:pt>
                  <c:pt idx="63">
                    <c:v>2007/04</c:v>
                  </c:pt>
                  <c:pt idx="64">
                    <c:v>2007/05</c:v>
                  </c:pt>
                  <c:pt idx="65">
                    <c:v>2007/06</c:v>
                  </c:pt>
                  <c:pt idx="66">
                    <c:v>2007/07</c:v>
                  </c:pt>
                  <c:pt idx="67">
                    <c:v>2007/08</c:v>
                  </c:pt>
                  <c:pt idx="68">
                    <c:v>2007/09</c:v>
                  </c:pt>
                  <c:pt idx="69">
                    <c:v>2007/10</c:v>
                  </c:pt>
                  <c:pt idx="70">
                    <c:v>2007/11</c:v>
                  </c:pt>
                  <c:pt idx="71">
                    <c:v>2007/12</c:v>
                  </c:pt>
                  <c:pt idx="72">
                    <c:v>2008/01</c:v>
                  </c:pt>
                  <c:pt idx="73">
                    <c:v>2008/02</c:v>
                  </c:pt>
                  <c:pt idx="74">
                    <c:v>2008/03</c:v>
                  </c:pt>
                  <c:pt idx="75">
                    <c:v>2008/04</c:v>
                  </c:pt>
                  <c:pt idx="76">
                    <c:v>2008/05</c:v>
                  </c:pt>
                  <c:pt idx="77">
                    <c:v>2008/06</c:v>
                  </c:pt>
                  <c:pt idx="78">
                    <c:v>2008/07</c:v>
                  </c:pt>
                  <c:pt idx="79">
                    <c:v>2008/08</c:v>
                  </c:pt>
                  <c:pt idx="80">
                    <c:v>2008/09</c:v>
                  </c:pt>
                  <c:pt idx="81">
                    <c:v>2008/10</c:v>
                  </c:pt>
                  <c:pt idx="82">
                    <c:v>2008/11</c:v>
                  </c:pt>
                  <c:pt idx="83">
                    <c:v>2008/12</c:v>
                  </c:pt>
                  <c:pt idx="84">
                    <c:v>2009/01</c:v>
                  </c:pt>
                  <c:pt idx="85">
                    <c:v>2009/02</c:v>
                  </c:pt>
                  <c:pt idx="86">
                    <c:v>2009/03</c:v>
                  </c:pt>
                  <c:pt idx="87">
                    <c:v>2009/04</c:v>
                  </c:pt>
                  <c:pt idx="88">
                    <c:v>2009/05</c:v>
                  </c:pt>
                  <c:pt idx="89">
                    <c:v>2009/06</c:v>
                  </c:pt>
                  <c:pt idx="90">
                    <c:v>2009/07</c:v>
                  </c:pt>
                  <c:pt idx="91">
                    <c:v>2009/08</c:v>
                  </c:pt>
                  <c:pt idx="92">
                    <c:v>2009/09</c:v>
                  </c:pt>
                  <c:pt idx="93">
                    <c:v>2009/10</c:v>
                  </c:pt>
                  <c:pt idx="94">
                    <c:v>2009/11</c:v>
                  </c:pt>
                  <c:pt idx="95">
                    <c:v>2009/12</c:v>
                  </c:pt>
                  <c:pt idx="96">
                    <c:v>2010/01</c:v>
                  </c:pt>
                  <c:pt idx="97">
                    <c:v>2010/02</c:v>
                  </c:pt>
                  <c:pt idx="98">
                    <c:v>2010/03</c:v>
                  </c:pt>
                  <c:pt idx="99">
                    <c:v>2010/04</c:v>
                  </c:pt>
                  <c:pt idx="100">
                    <c:v>2010/05</c:v>
                  </c:pt>
                  <c:pt idx="101">
                    <c:v>2010/06</c:v>
                  </c:pt>
                  <c:pt idx="102">
                    <c:v>2010/07</c:v>
                  </c:pt>
                  <c:pt idx="103">
                    <c:v>2010/08</c:v>
                  </c:pt>
                  <c:pt idx="104">
                    <c:v>2010/09</c:v>
                  </c:pt>
                  <c:pt idx="105">
                    <c:v>2010/10</c:v>
                  </c:pt>
                  <c:pt idx="106">
                    <c:v>2010/11</c:v>
                  </c:pt>
                  <c:pt idx="107">
                    <c:v>2010/12</c:v>
                  </c:pt>
                  <c:pt idx="108">
                    <c:v>2011/01</c:v>
                  </c:pt>
                  <c:pt idx="109">
                    <c:v>2011/02</c:v>
                  </c:pt>
                  <c:pt idx="110">
                    <c:v>2011/03</c:v>
                  </c:pt>
                  <c:pt idx="111">
                    <c:v>2011/04</c:v>
                  </c:pt>
                  <c:pt idx="112">
                    <c:v>2011/05</c:v>
                  </c:pt>
                  <c:pt idx="113">
                    <c:v>2011/06</c:v>
                  </c:pt>
                  <c:pt idx="114">
                    <c:v>2011/07</c:v>
                  </c:pt>
                  <c:pt idx="115">
                    <c:v>2011/08</c:v>
                  </c:pt>
                  <c:pt idx="116">
                    <c:v>2011/09</c:v>
                  </c:pt>
                  <c:pt idx="117">
                    <c:v>2011/10</c:v>
                  </c:pt>
                  <c:pt idx="118">
                    <c:v>2011/11</c:v>
                  </c:pt>
                  <c:pt idx="119">
                    <c:v>2011/12</c:v>
                  </c:pt>
                  <c:pt idx="120">
                    <c:v>2012/01</c:v>
                  </c:pt>
                  <c:pt idx="121">
                    <c:v>2012/02</c:v>
                  </c:pt>
                  <c:pt idx="122">
                    <c:v>2012/03</c:v>
                  </c:pt>
                  <c:pt idx="123">
                    <c:v>2012/04</c:v>
                  </c:pt>
                  <c:pt idx="124">
                    <c:v>2012/05</c:v>
                  </c:pt>
                  <c:pt idx="125">
                    <c:v>2012/06</c:v>
                  </c:pt>
                  <c:pt idx="126">
                    <c:v>2012/07</c:v>
                  </c:pt>
                  <c:pt idx="127">
                    <c:v>2012/08</c:v>
                  </c:pt>
                  <c:pt idx="128">
                    <c:v>2012/09</c:v>
                  </c:pt>
                  <c:pt idx="129">
                    <c:v>2012/10</c:v>
                  </c:pt>
                  <c:pt idx="130">
                    <c:v>2012/11</c:v>
                  </c:pt>
                  <c:pt idx="131">
                    <c:v>2012/12</c:v>
                  </c:pt>
                  <c:pt idx="132">
                    <c:v>2013/01</c:v>
                  </c:pt>
                  <c:pt idx="133">
                    <c:v>2013/02</c:v>
                  </c:pt>
                  <c:pt idx="134">
                    <c:v>2013/03</c:v>
                  </c:pt>
                  <c:pt idx="135">
                    <c:v>2013/04</c:v>
                  </c:pt>
                  <c:pt idx="136">
                    <c:v>2013/05</c:v>
                  </c:pt>
                  <c:pt idx="137">
                    <c:v>2013/06</c:v>
                  </c:pt>
                  <c:pt idx="138">
                    <c:v>2013/07</c:v>
                  </c:pt>
                  <c:pt idx="139">
                    <c:v>2013/08</c:v>
                  </c:pt>
                  <c:pt idx="140">
                    <c:v>2013/09</c:v>
                  </c:pt>
                  <c:pt idx="141">
                    <c:v>2013/10</c:v>
                  </c:pt>
                  <c:pt idx="142">
                    <c:v>2013/11</c:v>
                  </c:pt>
                  <c:pt idx="143">
                    <c:v>2013/12</c:v>
                  </c:pt>
                  <c:pt idx="144">
                    <c:v>2014/01</c:v>
                  </c:pt>
                  <c:pt idx="145">
                    <c:v>2014/02</c:v>
                  </c:pt>
                  <c:pt idx="146">
                    <c:v>2014/03</c:v>
                  </c:pt>
                  <c:pt idx="147">
                    <c:v>2014/04</c:v>
                  </c:pt>
                  <c:pt idx="148">
                    <c:v>2014/05</c:v>
                  </c:pt>
                  <c:pt idx="149">
                    <c:v>2014/06</c:v>
                  </c:pt>
                  <c:pt idx="150">
                    <c:v>2014/07</c:v>
                  </c:pt>
                  <c:pt idx="151">
                    <c:v>2014/08</c:v>
                  </c:pt>
                  <c:pt idx="152">
                    <c:v>2014/09</c:v>
                  </c:pt>
                  <c:pt idx="153">
                    <c:v>2014/10</c:v>
                  </c:pt>
                  <c:pt idx="154">
                    <c:v>2014/11</c:v>
                  </c:pt>
                  <c:pt idx="155">
                    <c:v>2014/12</c:v>
                  </c:pt>
                  <c:pt idx="156">
                    <c:v>2015/01</c:v>
                  </c:pt>
                  <c:pt idx="157">
                    <c:v>2015/02</c:v>
                  </c:pt>
                  <c:pt idx="158">
                    <c:v>2015/03</c:v>
                  </c:pt>
                  <c:pt idx="159">
                    <c:v>2015/04</c:v>
                  </c:pt>
                  <c:pt idx="160">
                    <c:v>2015/05</c:v>
                  </c:pt>
                  <c:pt idx="161">
                    <c:v>2015/06</c:v>
                  </c:pt>
                  <c:pt idx="162">
                    <c:v>2015/07</c:v>
                  </c:pt>
                  <c:pt idx="163">
                    <c:v>2015/08</c:v>
                  </c:pt>
                  <c:pt idx="164">
                    <c:v>2015/09</c:v>
                  </c:pt>
                  <c:pt idx="165">
                    <c:v>2015/10</c:v>
                  </c:pt>
                  <c:pt idx="166">
                    <c:v>2015/11</c:v>
                  </c:pt>
                  <c:pt idx="167">
                    <c:v>2015/12</c:v>
                  </c:pt>
                  <c:pt idx="168">
                    <c:v>2016/01</c:v>
                  </c:pt>
                  <c:pt idx="169">
                    <c:v>2016/02</c:v>
                  </c:pt>
                  <c:pt idx="170">
                    <c:v>2016/03</c:v>
                  </c:pt>
                  <c:pt idx="171">
                    <c:v>2016/04</c:v>
                  </c:pt>
                  <c:pt idx="172">
                    <c:v>2016/05</c:v>
                  </c:pt>
                  <c:pt idx="173">
                    <c:v>2016/06</c:v>
                  </c:pt>
                  <c:pt idx="174">
                    <c:v>2016/07</c:v>
                  </c:pt>
                  <c:pt idx="175">
                    <c:v>2016/08</c:v>
                  </c:pt>
                  <c:pt idx="176">
                    <c:v>2016/09</c:v>
                  </c:pt>
                  <c:pt idx="177">
                    <c:v>2016/10</c:v>
                  </c:pt>
                  <c:pt idx="178">
                    <c:v>2016/11</c:v>
                  </c:pt>
                  <c:pt idx="179">
                    <c:v>2016/12</c:v>
                  </c:pt>
                  <c:pt idx="180">
                    <c:v>2017/01</c:v>
                  </c:pt>
                  <c:pt idx="181">
                    <c:v>2017/02</c:v>
                  </c:pt>
                  <c:pt idx="182">
                    <c:v>2017/03</c:v>
                  </c:pt>
                  <c:pt idx="183">
                    <c:v>2017/04</c:v>
                  </c:pt>
                  <c:pt idx="184">
                    <c:v>2017/05</c:v>
                  </c:pt>
                </c:lvl>
              </c:multiLvlStrCache>
            </c:multiLvlStrRef>
          </c:cat>
          <c:val>
            <c:numRef>
              <c:f>Sheet1!$C$2:$C$186</c:f>
              <c:numCache>
                <c:formatCode>General</c:formatCode>
                <c:ptCount val="185"/>
                <c:pt idx="0">
                  <c:v>605</c:v>
                </c:pt>
                <c:pt idx="1">
                  <c:v>597</c:v>
                </c:pt>
                <c:pt idx="2">
                  <c:v>589</c:v>
                </c:pt>
                <c:pt idx="3">
                  <c:v>624</c:v>
                </c:pt>
                <c:pt idx="4">
                  <c:v>557</c:v>
                </c:pt>
                <c:pt idx="5">
                  <c:v>493</c:v>
                </c:pt>
                <c:pt idx="6">
                  <c:v>453</c:v>
                </c:pt>
                <c:pt idx="7">
                  <c:v>434</c:v>
                </c:pt>
                <c:pt idx="8">
                  <c:v>374</c:v>
                </c:pt>
                <c:pt idx="9">
                  <c:v>335</c:v>
                </c:pt>
                <c:pt idx="10">
                  <c:v>383</c:v>
                </c:pt>
                <c:pt idx="11">
                  <c:v>378</c:v>
                </c:pt>
                <c:pt idx="12">
                  <c:v>376</c:v>
                </c:pt>
                <c:pt idx="13">
                  <c:v>358</c:v>
                </c:pt>
                <c:pt idx="14">
                  <c:v>339</c:v>
                </c:pt>
                <c:pt idx="15">
                  <c:v>324</c:v>
                </c:pt>
                <c:pt idx="16">
                  <c:v>319</c:v>
                </c:pt>
                <c:pt idx="17">
                  <c:v>353</c:v>
                </c:pt>
                <c:pt idx="18">
                  <c:v>377</c:v>
                </c:pt>
                <c:pt idx="19">
                  <c:v>375</c:v>
                </c:pt>
                <c:pt idx="20">
                  <c:v>396</c:v>
                </c:pt>
                <c:pt idx="21">
                  <c:v>397</c:v>
                </c:pt>
                <c:pt idx="22">
                  <c:v>390</c:v>
                </c:pt>
                <c:pt idx="23">
                  <c:v>383</c:v>
                </c:pt>
                <c:pt idx="24">
                  <c:v>394</c:v>
                </c:pt>
                <c:pt idx="25">
                  <c:v>407</c:v>
                </c:pt>
                <c:pt idx="26">
                  <c:v>386</c:v>
                </c:pt>
                <c:pt idx="27">
                  <c:v>378</c:v>
                </c:pt>
                <c:pt idx="28">
                  <c:v>352</c:v>
                </c:pt>
                <c:pt idx="29">
                  <c:v>333</c:v>
                </c:pt>
                <c:pt idx="30">
                  <c:v>316</c:v>
                </c:pt>
                <c:pt idx="31">
                  <c:v>315</c:v>
                </c:pt>
                <c:pt idx="32">
                  <c:v>332</c:v>
                </c:pt>
                <c:pt idx="33">
                  <c:v>323</c:v>
                </c:pt>
                <c:pt idx="34">
                  <c:v>325</c:v>
                </c:pt>
                <c:pt idx="35">
                  <c:v>330</c:v>
                </c:pt>
                <c:pt idx="36">
                  <c:v>322</c:v>
                </c:pt>
                <c:pt idx="37">
                  <c:v>335</c:v>
                </c:pt>
                <c:pt idx="38">
                  <c:v>326</c:v>
                </c:pt>
                <c:pt idx="39">
                  <c:v>308</c:v>
                </c:pt>
                <c:pt idx="40">
                  <c:v>317</c:v>
                </c:pt>
                <c:pt idx="41">
                  <c:v>324</c:v>
                </c:pt>
                <c:pt idx="42">
                  <c:v>327</c:v>
                </c:pt>
                <c:pt idx="43">
                  <c:v>321</c:v>
                </c:pt>
                <c:pt idx="44">
                  <c:v>309</c:v>
                </c:pt>
                <c:pt idx="45">
                  <c:v>292</c:v>
                </c:pt>
                <c:pt idx="46">
                  <c:v>304</c:v>
                </c:pt>
                <c:pt idx="47">
                  <c:v>319</c:v>
                </c:pt>
                <c:pt idx="48">
                  <c:v>330</c:v>
                </c:pt>
                <c:pt idx="49">
                  <c:v>329</c:v>
                </c:pt>
                <c:pt idx="50">
                  <c:v>319</c:v>
                </c:pt>
                <c:pt idx="51">
                  <c:v>338</c:v>
                </c:pt>
                <c:pt idx="52">
                  <c:v>337</c:v>
                </c:pt>
                <c:pt idx="53">
                  <c:v>312</c:v>
                </c:pt>
                <c:pt idx="54">
                  <c:v>309</c:v>
                </c:pt>
                <c:pt idx="55">
                  <c:v>309</c:v>
                </c:pt>
                <c:pt idx="56">
                  <c:v>317</c:v>
                </c:pt>
                <c:pt idx="57">
                  <c:v>333</c:v>
                </c:pt>
                <c:pt idx="58">
                  <c:v>337</c:v>
                </c:pt>
                <c:pt idx="59">
                  <c:v>350</c:v>
                </c:pt>
                <c:pt idx="60">
                  <c:v>355</c:v>
                </c:pt>
                <c:pt idx="61">
                  <c:v>351</c:v>
                </c:pt>
                <c:pt idx="62">
                  <c:v>337</c:v>
                </c:pt>
                <c:pt idx="63">
                  <c:v>349</c:v>
                </c:pt>
                <c:pt idx="64">
                  <c:v>348</c:v>
                </c:pt>
                <c:pt idx="65">
                  <c:v>353</c:v>
                </c:pt>
                <c:pt idx="66">
                  <c:v>386</c:v>
                </c:pt>
                <c:pt idx="67">
                  <c:v>337</c:v>
                </c:pt>
                <c:pt idx="68">
                  <c:v>371</c:v>
                </c:pt>
                <c:pt idx="69">
                  <c:v>385</c:v>
                </c:pt>
                <c:pt idx="70">
                  <c:v>334</c:v>
                </c:pt>
                <c:pt idx="71">
                  <c:v>314</c:v>
                </c:pt>
                <c:pt idx="72">
                  <c:v>304</c:v>
                </c:pt>
                <c:pt idx="73">
                  <c:v>301</c:v>
                </c:pt>
                <c:pt idx="74">
                  <c:v>318</c:v>
                </c:pt>
                <c:pt idx="75">
                  <c:v>346</c:v>
                </c:pt>
                <c:pt idx="76">
                  <c:v>330</c:v>
                </c:pt>
                <c:pt idx="77">
                  <c:v>287</c:v>
                </c:pt>
                <c:pt idx="78">
                  <c:v>258</c:v>
                </c:pt>
                <c:pt idx="79">
                  <c:v>260</c:v>
                </c:pt>
                <c:pt idx="80">
                  <c:v>222</c:v>
                </c:pt>
                <c:pt idx="81">
                  <c:v>170</c:v>
                </c:pt>
                <c:pt idx="82">
                  <c:v>151</c:v>
                </c:pt>
                <c:pt idx="83">
                  <c:v>155</c:v>
                </c:pt>
                <c:pt idx="84">
                  <c:v>158</c:v>
                </c:pt>
                <c:pt idx="85">
                  <c:v>161</c:v>
                </c:pt>
                <c:pt idx="86">
                  <c:v>214</c:v>
                </c:pt>
                <c:pt idx="87">
                  <c:v>251</c:v>
                </c:pt>
                <c:pt idx="88">
                  <c:v>293</c:v>
                </c:pt>
                <c:pt idx="89">
                  <c:v>279</c:v>
                </c:pt>
                <c:pt idx="90">
                  <c:v>296</c:v>
                </c:pt>
                <c:pt idx="91">
                  <c:v>293</c:v>
                </c:pt>
                <c:pt idx="92">
                  <c:v>313</c:v>
                </c:pt>
                <c:pt idx="93">
                  <c:v>319</c:v>
                </c:pt>
                <c:pt idx="94">
                  <c:v>322</c:v>
                </c:pt>
                <c:pt idx="95">
                  <c:v>328</c:v>
                </c:pt>
                <c:pt idx="96">
                  <c:v>321</c:v>
                </c:pt>
                <c:pt idx="97">
                  <c:v>301</c:v>
                </c:pt>
                <c:pt idx="98">
                  <c:v>318</c:v>
                </c:pt>
                <c:pt idx="99">
                  <c:v>329</c:v>
                </c:pt>
                <c:pt idx="100">
                  <c:v>295</c:v>
                </c:pt>
                <c:pt idx="101">
                  <c:v>296</c:v>
                </c:pt>
                <c:pt idx="102">
                  <c:v>295</c:v>
                </c:pt>
                <c:pt idx="103">
                  <c:v>308</c:v>
                </c:pt>
                <c:pt idx="104">
                  <c:v>311</c:v>
                </c:pt>
                <c:pt idx="105">
                  <c:v>321</c:v>
                </c:pt>
                <c:pt idx="106">
                  <c:v>325</c:v>
                </c:pt>
                <c:pt idx="107">
                  <c:v>335</c:v>
                </c:pt>
                <c:pt idx="108">
                  <c:v>335</c:v>
                </c:pt>
                <c:pt idx="109">
                  <c:v>322</c:v>
                </c:pt>
                <c:pt idx="110">
                  <c:v>312</c:v>
                </c:pt>
                <c:pt idx="111">
                  <c:v>322</c:v>
                </c:pt>
                <c:pt idx="112">
                  <c:v>323</c:v>
                </c:pt>
                <c:pt idx="113">
                  <c:v>311</c:v>
                </c:pt>
                <c:pt idx="114">
                  <c:v>310</c:v>
                </c:pt>
                <c:pt idx="115">
                  <c:v>264</c:v>
                </c:pt>
                <c:pt idx="116">
                  <c:v>251</c:v>
                </c:pt>
                <c:pt idx="117">
                  <c:v>255</c:v>
                </c:pt>
                <c:pt idx="118">
                  <c:v>238</c:v>
                </c:pt>
                <c:pt idx="119">
                  <c:v>236</c:v>
                </c:pt>
                <c:pt idx="120">
                  <c:v>246</c:v>
                </c:pt>
                <c:pt idx="121">
                  <c:v>263</c:v>
                </c:pt>
                <c:pt idx="122">
                  <c:v>269</c:v>
                </c:pt>
                <c:pt idx="123">
                  <c:v>252</c:v>
                </c:pt>
                <c:pt idx="124">
                  <c:v>236</c:v>
                </c:pt>
                <c:pt idx="125">
                  <c:v>232</c:v>
                </c:pt>
                <c:pt idx="126">
                  <c:v>234</c:v>
                </c:pt>
                <c:pt idx="127">
                  <c:v>236</c:v>
                </c:pt>
                <c:pt idx="128">
                  <c:v>240</c:v>
                </c:pt>
                <c:pt idx="129">
                  <c:v>229</c:v>
                </c:pt>
                <c:pt idx="130">
                  <c:v>227</c:v>
                </c:pt>
                <c:pt idx="131">
                  <c:v>237</c:v>
                </c:pt>
                <c:pt idx="132">
                  <c:v>240</c:v>
                </c:pt>
                <c:pt idx="133">
                  <c:v>244</c:v>
                </c:pt>
                <c:pt idx="134">
                  <c:v>240</c:v>
                </c:pt>
                <c:pt idx="135">
                  <c:v>239</c:v>
                </c:pt>
                <c:pt idx="136">
                  <c:v>247</c:v>
                </c:pt>
                <c:pt idx="137">
                  <c:v>234</c:v>
                </c:pt>
                <c:pt idx="138">
                  <c:v>239</c:v>
                </c:pt>
                <c:pt idx="139">
                  <c:v>232</c:v>
                </c:pt>
                <c:pt idx="140">
                  <c:v>239</c:v>
                </c:pt>
                <c:pt idx="141">
                  <c:v>243</c:v>
                </c:pt>
                <c:pt idx="142">
                  <c:v>234</c:v>
                </c:pt>
                <c:pt idx="143">
                  <c:v>239</c:v>
                </c:pt>
                <c:pt idx="144">
                  <c:v>242</c:v>
                </c:pt>
                <c:pt idx="145">
                  <c:v>236</c:v>
                </c:pt>
                <c:pt idx="146">
                  <c:v>239</c:v>
                </c:pt>
                <c:pt idx="147">
                  <c:v>243</c:v>
                </c:pt>
                <c:pt idx="148">
                  <c:v>244</c:v>
                </c:pt>
                <c:pt idx="149">
                  <c:v>249</c:v>
                </c:pt>
                <c:pt idx="150">
                  <c:v>254</c:v>
                </c:pt>
                <c:pt idx="151">
                  <c:v>244</c:v>
                </c:pt>
                <c:pt idx="152">
                  <c:v>239</c:v>
                </c:pt>
                <c:pt idx="153">
                  <c:v>225</c:v>
                </c:pt>
                <c:pt idx="154">
                  <c:v>234</c:v>
                </c:pt>
                <c:pt idx="155">
                  <c:v>234</c:v>
                </c:pt>
                <c:pt idx="156">
                  <c:v>236</c:v>
                </c:pt>
                <c:pt idx="157">
                  <c:v>242</c:v>
                </c:pt>
                <c:pt idx="158">
                  <c:v>241</c:v>
                </c:pt>
                <c:pt idx="159">
                  <c:v>241</c:v>
                </c:pt>
                <c:pt idx="160">
                  <c:v>239</c:v>
                </c:pt>
                <c:pt idx="161">
                  <c:v>230</c:v>
                </c:pt>
                <c:pt idx="162">
                  <c:v>213</c:v>
                </c:pt>
                <c:pt idx="163">
                  <c:v>190</c:v>
                </c:pt>
                <c:pt idx="164">
                  <c:v>193</c:v>
                </c:pt>
                <c:pt idx="165">
                  <c:v>199</c:v>
                </c:pt>
                <c:pt idx="166">
                  <c:v>197</c:v>
                </c:pt>
                <c:pt idx="167">
                  <c:v>190</c:v>
                </c:pt>
                <c:pt idx="168">
                  <c:v>180</c:v>
                </c:pt>
                <c:pt idx="169">
                  <c:v>192</c:v>
                </c:pt>
                <c:pt idx="170">
                  <c:v>197</c:v>
                </c:pt>
                <c:pt idx="171">
                  <c:v>189</c:v>
                </c:pt>
                <c:pt idx="172">
                  <c:v>180</c:v>
                </c:pt>
                <c:pt idx="173">
                  <c:v>188</c:v>
                </c:pt>
                <c:pt idx="174">
                  <c:v>190</c:v>
                </c:pt>
                <c:pt idx="175">
                  <c:v>197</c:v>
                </c:pt>
                <c:pt idx="176">
                  <c:v>194</c:v>
                </c:pt>
                <c:pt idx="177">
                  <c:v>196</c:v>
                </c:pt>
                <c:pt idx="178">
                  <c:v>190</c:v>
                </c:pt>
                <c:pt idx="179">
                  <c:v>190</c:v>
                </c:pt>
                <c:pt idx="180">
                  <c:v>194</c:v>
                </c:pt>
                <c:pt idx="181">
                  <c:v>195</c:v>
                </c:pt>
                <c:pt idx="182">
                  <c:v>196</c:v>
                </c:pt>
                <c:pt idx="183">
                  <c:v>196</c:v>
                </c:pt>
                <c:pt idx="184">
                  <c:v>198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80% 規則＋加碼 300 萬</c:v>
                </c:pt>
              </c:strCache>
            </c:strRef>
          </c:tx>
          <c:spPr>
            <a:solidFill>
              <a:srgbClr val="D4AB62"/>
            </a:solidFill>
            <a:ln w="25400" cap="flat">
              <a:solidFill>
                <a:srgbClr val="D4AB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4AB62"/>
              </a:solidFill>
              <a:ln w="9525" cap="flat">
                <a:solidFill>
                  <a:srgbClr val="D4AB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Sheet1!$A$2:$A$186</c:f>
              <c:multiLvlStrCache>
                <c:ptCount val="185"/>
                <c:lvl>
                  <c:pt idx="0">
                    <c:v>2002/01</c:v>
                  </c:pt>
                  <c:pt idx="1">
                    <c:v>2002/02</c:v>
                  </c:pt>
                  <c:pt idx="2">
                    <c:v>2002/03</c:v>
                  </c:pt>
                  <c:pt idx="3">
                    <c:v>2002/04</c:v>
                  </c:pt>
                  <c:pt idx="4">
                    <c:v>2002/05</c:v>
                  </c:pt>
                  <c:pt idx="5">
                    <c:v>2002/06</c:v>
                  </c:pt>
                  <c:pt idx="6">
                    <c:v>2002/07</c:v>
                  </c:pt>
                  <c:pt idx="7">
                    <c:v>2002/08</c:v>
                  </c:pt>
                  <c:pt idx="8">
                    <c:v>2002/09</c:v>
                  </c:pt>
                  <c:pt idx="9">
                    <c:v>2002/10</c:v>
                  </c:pt>
                  <c:pt idx="10">
                    <c:v>2002/11</c:v>
                  </c:pt>
                  <c:pt idx="11">
                    <c:v>2002/12</c:v>
                  </c:pt>
                  <c:pt idx="12">
                    <c:v>2003/01</c:v>
                  </c:pt>
                  <c:pt idx="13">
                    <c:v>2003/02</c:v>
                  </c:pt>
                  <c:pt idx="14">
                    <c:v>2003/03</c:v>
                  </c:pt>
                  <c:pt idx="15">
                    <c:v>2003/04</c:v>
                  </c:pt>
                  <c:pt idx="16">
                    <c:v>2003/05</c:v>
                  </c:pt>
                  <c:pt idx="17">
                    <c:v>2003/06</c:v>
                  </c:pt>
                  <c:pt idx="18">
                    <c:v>2003/07</c:v>
                  </c:pt>
                  <c:pt idx="19">
                    <c:v>2003/08</c:v>
                  </c:pt>
                  <c:pt idx="20">
                    <c:v>2003/09</c:v>
                  </c:pt>
                  <c:pt idx="21">
                    <c:v>2003/10</c:v>
                  </c:pt>
                  <c:pt idx="22">
                    <c:v>2003/11</c:v>
                  </c:pt>
                  <c:pt idx="23">
                    <c:v>2003/12</c:v>
                  </c:pt>
                  <c:pt idx="24">
                    <c:v>2004/01</c:v>
                  </c:pt>
                  <c:pt idx="25">
                    <c:v>2004/02</c:v>
                  </c:pt>
                  <c:pt idx="26">
                    <c:v>2004/03</c:v>
                  </c:pt>
                  <c:pt idx="27">
                    <c:v>2004/04</c:v>
                  </c:pt>
                  <c:pt idx="28">
                    <c:v>2004/05</c:v>
                  </c:pt>
                  <c:pt idx="29">
                    <c:v>2004/06</c:v>
                  </c:pt>
                  <c:pt idx="30">
                    <c:v>2004/07</c:v>
                  </c:pt>
                  <c:pt idx="31">
                    <c:v>2004/08</c:v>
                  </c:pt>
                  <c:pt idx="32">
                    <c:v>2004/09</c:v>
                  </c:pt>
                  <c:pt idx="33">
                    <c:v>2004/10</c:v>
                  </c:pt>
                  <c:pt idx="34">
                    <c:v>2004/11</c:v>
                  </c:pt>
                  <c:pt idx="35">
                    <c:v>2004/12</c:v>
                  </c:pt>
                  <c:pt idx="36">
                    <c:v>2005/01</c:v>
                  </c:pt>
                  <c:pt idx="37">
                    <c:v>2005/02</c:v>
                  </c:pt>
                  <c:pt idx="38">
                    <c:v>2005/03</c:v>
                  </c:pt>
                  <c:pt idx="39">
                    <c:v>2005/04</c:v>
                  </c:pt>
                  <c:pt idx="40">
                    <c:v>2005/05</c:v>
                  </c:pt>
                  <c:pt idx="41">
                    <c:v>2005/06</c:v>
                  </c:pt>
                  <c:pt idx="42">
                    <c:v>2005/07</c:v>
                  </c:pt>
                  <c:pt idx="43">
                    <c:v>2005/08</c:v>
                  </c:pt>
                  <c:pt idx="44">
                    <c:v>2005/09</c:v>
                  </c:pt>
                  <c:pt idx="45">
                    <c:v>2005/10</c:v>
                  </c:pt>
                  <c:pt idx="46">
                    <c:v>2005/11</c:v>
                  </c:pt>
                  <c:pt idx="47">
                    <c:v>2005/12</c:v>
                  </c:pt>
                  <c:pt idx="48">
                    <c:v>2006/01</c:v>
                  </c:pt>
                  <c:pt idx="49">
                    <c:v>2006/02</c:v>
                  </c:pt>
                  <c:pt idx="50">
                    <c:v>2006/03</c:v>
                  </c:pt>
                  <c:pt idx="51">
                    <c:v>2006/04</c:v>
                  </c:pt>
                  <c:pt idx="52">
                    <c:v>2006/05</c:v>
                  </c:pt>
                  <c:pt idx="53">
                    <c:v>2006/06</c:v>
                  </c:pt>
                  <c:pt idx="54">
                    <c:v>2006/07</c:v>
                  </c:pt>
                  <c:pt idx="55">
                    <c:v>2006/08</c:v>
                  </c:pt>
                  <c:pt idx="56">
                    <c:v>2006/09</c:v>
                  </c:pt>
                  <c:pt idx="57">
                    <c:v>2006/10</c:v>
                  </c:pt>
                  <c:pt idx="58">
                    <c:v>2006/11</c:v>
                  </c:pt>
                  <c:pt idx="59">
                    <c:v>2006/12</c:v>
                  </c:pt>
                  <c:pt idx="60">
                    <c:v>2007/01</c:v>
                  </c:pt>
                  <c:pt idx="61">
                    <c:v>2007/02</c:v>
                  </c:pt>
                  <c:pt idx="62">
                    <c:v>2007/03</c:v>
                  </c:pt>
                  <c:pt idx="63">
                    <c:v>2007/04</c:v>
                  </c:pt>
                  <c:pt idx="64">
                    <c:v>2007/05</c:v>
                  </c:pt>
                  <c:pt idx="65">
                    <c:v>2007/06</c:v>
                  </c:pt>
                  <c:pt idx="66">
                    <c:v>2007/07</c:v>
                  </c:pt>
                  <c:pt idx="67">
                    <c:v>2007/08</c:v>
                  </c:pt>
                  <c:pt idx="68">
                    <c:v>2007/09</c:v>
                  </c:pt>
                  <c:pt idx="69">
                    <c:v>2007/10</c:v>
                  </c:pt>
                  <c:pt idx="70">
                    <c:v>2007/11</c:v>
                  </c:pt>
                  <c:pt idx="71">
                    <c:v>2007/12</c:v>
                  </c:pt>
                  <c:pt idx="72">
                    <c:v>2008/01</c:v>
                  </c:pt>
                  <c:pt idx="73">
                    <c:v>2008/02</c:v>
                  </c:pt>
                  <c:pt idx="74">
                    <c:v>2008/03</c:v>
                  </c:pt>
                  <c:pt idx="75">
                    <c:v>2008/04</c:v>
                  </c:pt>
                  <c:pt idx="76">
                    <c:v>2008/05</c:v>
                  </c:pt>
                  <c:pt idx="77">
                    <c:v>2008/06</c:v>
                  </c:pt>
                  <c:pt idx="78">
                    <c:v>2008/07</c:v>
                  </c:pt>
                  <c:pt idx="79">
                    <c:v>2008/08</c:v>
                  </c:pt>
                  <c:pt idx="80">
                    <c:v>2008/09</c:v>
                  </c:pt>
                  <c:pt idx="81">
                    <c:v>2008/10</c:v>
                  </c:pt>
                  <c:pt idx="82">
                    <c:v>2008/11</c:v>
                  </c:pt>
                  <c:pt idx="83">
                    <c:v>2008/12</c:v>
                  </c:pt>
                  <c:pt idx="84">
                    <c:v>2009/01</c:v>
                  </c:pt>
                  <c:pt idx="85">
                    <c:v>2009/02</c:v>
                  </c:pt>
                  <c:pt idx="86">
                    <c:v>2009/03</c:v>
                  </c:pt>
                  <c:pt idx="87">
                    <c:v>2009/04</c:v>
                  </c:pt>
                  <c:pt idx="88">
                    <c:v>2009/05</c:v>
                  </c:pt>
                  <c:pt idx="89">
                    <c:v>2009/06</c:v>
                  </c:pt>
                  <c:pt idx="90">
                    <c:v>2009/07</c:v>
                  </c:pt>
                  <c:pt idx="91">
                    <c:v>2009/08</c:v>
                  </c:pt>
                  <c:pt idx="92">
                    <c:v>2009/09</c:v>
                  </c:pt>
                  <c:pt idx="93">
                    <c:v>2009/10</c:v>
                  </c:pt>
                  <c:pt idx="94">
                    <c:v>2009/11</c:v>
                  </c:pt>
                  <c:pt idx="95">
                    <c:v>2009/12</c:v>
                  </c:pt>
                  <c:pt idx="96">
                    <c:v>2010/01</c:v>
                  </c:pt>
                  <c:pt idx="97">
                    <c:v>2010/02</c:v>
                  </c:pt>
                  <c:pt idx="98">
                    <c:v>2010/03</c:v>
                  </c:pt>
                  <c:pt idx="99">
                    <c:v>2010/04</c:v>
                  </c:pt>
                  <c:pt idx="100">
                    <c:v>2010/05</c:v>
                  </c:pt>
                  <c:pt idx="101">
                    <c:v>2010/06</c:v>
                  </c:pt>
                  <c:pt idx="102">
                    <c:v>2010/07</c:v>
                  </c:pt>
                  <c:pt idx="103">
                    <c:v>2010/08</c:v>
                  </c:pt>
                  <c:pt idx="104">
                    <c:v>2010/09</c:v>
                  </c:pt>
                  <c:pt idx="105">
                    <c:v>2010/10</c:v>
                  </c:pt>
                  <c:pt idx="106">
                    <c:v>2010/11</c:v>
                  </c:pt>
                  <c:pt idx="107">
                    <c:v>2010/12</c:v>
                  </c:pt>
                  <c:pt idx="108">
                    <c:v>2011/01</c:v>
                  </c:pt>
                  <c:pt idx="109">
                    <c:v>2011/02</c:v>
                  </c:pt>
                  <c:pt idx="110">
                    <c:v>2011/03</c:v>
                  </c:pt>
                  <c:pt idx="111">
                    <c:v>2011/04</c:v>
                  </c:pt>
                  <c:pt idx="112">
                    <c:v>2011/05</c:v>
                  </c:pt>
                  <c:pt idx="113">
                    <c:v>2011/06</c:v>
                  </c:pt>
                  <c:pt idx="114">
                    <c:v>2011/07</c:v>
                  </c:pt>
                  <c:pt idx="115">
                    <c:v>2011/08</c:v>
                  </c:pt>
                  <c:pt idx="116">
                    <c:v>2011/09</c:v>
                  </c:pt>
                  <c:pt idx="117">
                    <c:v>2011/10</c:v>
                  </c:pt>
                  <c:pt idx="118">
                    <c:v>2011/11</c:v>
                  </c:pt>
                  <c:pt idx="119">
                    <c:v>2011/12</c:v>
                  </c:pt>
                  <c:pt idx="120">
                    <c:v>2012/01</c:v>
                  </c:pt>
                  <c:pt idx="121">
                    <c:v>2012/02</c:v>
                  </c:pt>
                  <c:pt idx="122">
                    <c:v>2012/03</c:v>
                  </c:pt>
                  <c:pt idx="123">
                    <c:v>2012/04</c:v>
                  </c:pt>
                  <c:pt idx="124">
                    <c:v>2012/05</c:v>
                  </c:pt>
                  <c:pt idx="125">
                    <c:v>2012/06</c:v>
                  </c:pt>
                  <c:pt idx="126">
                    <c:v>2012/07</c:v>
                  </c:pt>
                  <c:pt idx="127">
                    <c:v>2012/08</c:v>
                  </c:pt>
                  <c:pt idx="128">
                    <c:v>2012/09</c:v>
                  </c:pt>
                  <c:pt idx="129">
                    <c:v>2012/10</c:v>
                  </c:pt>
                  <c:pt idx="130">
                    <c:v>2012/11</c:v>
                  </c:pt>
                  <c:pt idx="131">
                    <c:v>2012/12</c:v>
                  </c:pt>
                  <c:pt idx="132">
                    <c:v>2013/01</c:v>
                  </c:pt>
                  <c:pt idx="133">
                    <c:v>2013/02</c:v>
                  </c:pt>
                  <c:pt idx="134">
                    <c:v>2013/03</c:v>
                  </c:pt>
                  <c:pt idx="135">
                    <c:v>2013/04</c:v>
                  </c:pt>
                  <c:pt idx="136">
                    <c:v>2013/05</c:v>
                  </c:pt>
                  <c:pt idx="137">
                    <c:v>2013/06</c:v>
                  </c:pt>
                  <c:pt idx="138">
                    <c:v>2013/07</c:v>
                  </c:pt>
                  <c:pt idx="139">
                    <c:v>2013/08</c:v>
                  </c:pt>
                  <c:pt idx="140">
                    <c:v>2013/09</c:v>
                  </c:pt>
                  <c:pt idx="141">
                    <c:v>2013/10</c:v>
                  </c:pt>
                  <c:pt idx="142">
                    <c:v>2013/11</c:v>
                  </c:pt>
                  <c:pt idx="143">
                    <c:v>2013/12</c:v>
                  </c:pt>
                  <c:pt idx="144">
                    <c:v>2014/01</c:v>
                  </c:pt>
                  <c:pt idx="145">
                    <c:v>2014/02</c:v>
                  </c:pt>
                  <c:pt idx="146">
                    <c:v>2014/03</c:v>
                  </c:pt>
                  <c:pt idx="147">
                    <c:v>2014/04</c:v>
                  </c:pt>
                  <c:pt idx="148">
                    <c:v>2014/05</c:v>
                  </c:pt>
                  <c:pt idx="149">
                    <c:v>2014/06</c:v>
                  </c:pt>
                  <c:pt idx="150">
                    <c:v>2014/07</c:v>
                  </c:pt>
                  <c:pt idx="151">
                    <c:v>2014/08</c:v>
                  </c:pt>
                  <c:pt idx="152">
                    <c:v>2014/09</c:v>
                  </c:pt>
                  <c:pt idx="153">
                    <c:v>2014/10</c:v>
                  </c:pt>
                  <c:pt idx="154">
                    <c:v>2014/11</c:v>
                  </c:pt>
                  <c:pt idx="155">
                    <c:v>2014/12</c:v>
                  </c:pt>
                  <c:pt idx="156">
                    <c:v>2015/01</c:v>
                  </c:pt>
                  <c:pt idx="157">
                    <c:v>2015/02</c:v>
                  </c:pt>
                  <c:pt idx="158">
                    <c:v>2015/03</c:v>
                  </c:pt>
                  <c:pt idx="159">
                    <c:v>2015/04</c:v>
                  </c:pt>
                  <c:pt idx="160">
                    <c:v>2015/05</c:v>
                  </c:pt>
                  <c:pt idx="161">
                    <c:v>2015/06</c:v>
                  </c:pt>
                  <c:pt idx="162">
                    <c:v>2015/07</c:v>
                  </c:pt>
                  <c:pt idx="163">
                    <c:v>2015/08</c:v>
                  </c:pt>
                  <c:pt idx="164">
                    <c:v>2015/09</c:v>
                  </c:pt>
                  <c:pt idx="165">
                    <c:v>2015/10</c:v>
                  </c:pt>
                  <c:pt idx="166">
                    <c:v>2015/11</c:v>
                  </c:pt>
                  <c:pt idx="167">
                    <c:v>2015/12</c:v>
                  </c:pt>
                  <c:pt idx="168">
                    <c:v>2016/01</c:v>
                  </c:pt>
                  <c:pt idx="169">
                    <c:v>2016/02</c:v>
                  </c:pt>
                  <c:pt idx="170">
                    <c:v>2016/03</c:v>
                  </c:pt>
                  <c:pt idx="171">
                    <c:v>2016/04</c:v>
                  </c:pt>
                  <c:pt idx="172">
                    <c:v>2016/05</c:v>
                  </c:pt>
                  <c:pt idx="173">
                    <c:v>2016/06</c:v>
                  </c:pt>
                  <c:pt idx="174">
                    <c:v>2016/07</c:v>
                  </c:pt>
                  <c:pt idx="175">
                    <c:v>2016/08</c:v>
                  </c:pt>
                  <c:pt idx="176">
                    <c:v>2016/09</c:v>
                  </c:pt>
                  <c:pt idx="177">
                    <c:v>2016/10</c:v>
                  </c:pt>
                  <c:pt idx="178">
                    <c:v>2016/11</c:v>
                  </c:pt>
                  <c:pt idx="179">
                    <c:v>2016/12</c:v>
                  </c:pt>
                  <c:pt idx="180">
                    <c:v>2017/01</c:v>
                  </c:pt>
                  <c:pt idx="181">
                    <c:v>2017/02</c:v>
                  </c:pt>
                  <c:pt idx="182">
                    <c:v>2017/03</c:v>
                  </c:pt>
                  <c:pt idx="183">
                    <c:v>2017/04</c:v>
                  </c:pt>
                  <c:pt idx="184">
                    <c:v>2017/05</c:v>
                  </c:pt>
                </c:lvl>
              </c:multiLvlStrCache>
            </c:multiLvlStrRef>
          </c:cat>
          <c:val>
            <c:numRef>
              <c:f>Sheet1!$D$2:$D$186</c:f>
              <c:numCache>
                <c:formatCode>General</c:formatCode>
                <c:ptCount val="185"/>
                <c:pt idx="0">
                  <c:v>605</c:v>
                </c:pt>
                <c:pt idx="1">
                  <c:v>597</c:v>
                </c:pt>
                <c:pt idx="2">
                  <c:v>589</c:v>
                </c:pt>
                <c:pt idx="3">
                  <c:v>624</c:v>
                </c:pt>
                <c:pt idx="4">
                  <c:v>557</c:v>
                </c:pt>
                <c:pt idx="5">
                  <c:v>493</c:v>
                </c:pt>
                <c:pt idx="6">
                  <c:v>453</c:v>
                </c:pt>
                <c:pt idx="7">
                  <c:v>434</c:v>
                </c:pt>
                <c:pt idx="8">
                  <c:v>374</c:v>
                </c:pt>
                <c:pt idx="9">
                  <c:v>335</c:v>
                </c:pt>
                <c:pt idx="10">
                  <c:v>383</c:v>
                </c:pt>
                <c:pt idx="11">
                  <c:v>378</c:v>
                </c:pt>
                <c:pt idx="12">
                  <c:v>376</c:v>
                </c:pt>
                <c:pt idx="13">
                  <c:v>358</c:v>
                </c:pt>
                <c:pt idx="14">
                  <c:v>339</c:v>
                </c:pt>
                <c:pt idx="15">
                  <c:v>324</c:v>
                </c:pt>
                <c:pt idx="16">
                  <c:v>319</c:v>
                </c:pt>
                <c:pt idx="17">
                  <c:v>353</c:v>
                </c:pt>
                <c:pt idx="18">
                  <c:v>377</c:v>
                </c:pt>
                <c:pt idx="19">
                  <c:v>375</c:v>
                </c:pt>
                <c:pt idx="20">
                  <c:v>396</c:v>
                </c:pt>
                <c:pt idx="21">
                  <c:v>397</c:v>
                </c:pt>
                <c:pt idx="22">
                  <c:v>390</c:v>
                </c:pt>
                <c:pt idx="23">
                  <c:v>383</c:v>
                </c:pt>
                <c:pt idx="24">
                  <c:v>394</c:v>
                </c:pt>
                <c:pt idx="25">
                  <c:v>407</c:v>
                </c:pt>
                <c:pt idx="26">
                  <c:v>386</c:v>
                </c:pt>
                <c:pt idx="27">
                  <c:v>378</c:v>
                </c:pt>
                <c:pt idx="28">
                  <c:v>352</c:v>
                </c:pt>
                <c:pt idx="29">
                  <c:v>333</c:v>
                </c:pt>
                <c:pt idx="30">
                  <c:v>316</c:v>
                </c:pt>
                <c:pt idx="31">
                  <c:v>315</c:v>
                </c:pt>
                <c:pt idx="32">
                  <c:v>332</c:v>
                </c:pt>
                <c:pt idx="33">
                  <c:v>323</c:v>
                </c:pt>
                <c:pt idx="34">
                  <c:v>325</c:v>
                </c:pt>
                <c:pt idx="35">
                  <c:v>330</c:v>
                </c:pt>
                <c:pt idx="36">
                  <c:v>322</c:v>
                </c:pt>
                <c:pt idx="37">
                  <c:v>335</c:v>
                </c:pt>
                <c:pt idx="38">
                  <c:v>326</c:v>
                </c:pt>
                <c:pt idx="39">
                  <c:v>308</c:v>
                </c:pt>
                <c:pt idx="40">
                  <c:v>317</c:v>
                </c:pt>
                <c:pt idx="41">
                  <c:v>324</c:v>
                </c:pt>
                <c:pt idx="42">
                  <c:v>327</c:v>
                </c:pt>
                <c:pt idx="43">
                  <c:v>321</c:v>
                </c:pt>
                <c:pt idx="44">
                  <c:v>309</c:v>
                </c:pt>
                <c:pt idx="45">
                  <c:v>292</c:v>
                </c:pt>
                <c:pt idx="46">
                  <c:v>304</c:v>
                </c:pt>
                <c:pt idx="47">
                  <c:v>319</c:v>
                </c:pt>
                <c:pt idx="48">
                  <c:v>330</c:v>
                </c:pt>
                <c:pt idx="49">
                  <c:v>329</c:v>
                </c:pt>
                <c:pt idx="50">
                  <c:v>319</c:v>
                </c:pt>
                <c:pt idx="51">
                  <c:v>338</c:v>
                </c:pt>
                <c:pt idx="52">
                  <c:v>337</c:v>
                </c:pt>
                <c:pt idx="53">
                  <c:v>312</c:v>
                </c:pt>
                <c:pt idx="54">
                  <c:v>309</c:v>
                </c:pt>
                <c:pt idx="55">
                  <c:v>309</c:v>
                </c:pt>
                <c:pt idx="56">
                  <c:v>317</c:v>
                </c:pt>
                <c:pt idx="57">
                  <c:v>333</c:v>
                </c:pt>
                <c:pt idx="58">
                  <c:v>337</c:v>
                </c:pt>
                <c:pt idx="59">
                  <c:v>350</c:v>
                </c:pt>
                <c:pt idx="60">
                  <c:v>355</c:v>
                </c:pt>
                <c:pt idx="61">
                  <c:v>351</c:v>
                </c:pt>
                <c:pt idx="62">
                  <c:v>337</c:v>
                </c:pt>
                <c:pt idx="63">
                  <c:v>349</c:v>
                </c:pt>
                <c:pt idx="64">
                  <c:v>348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追繳線 167%</c:v>
                </c:pt>
              </c:strCache>
            </c:strRef>
          </c:tx>
          <c:spPr>
            <a:solidFill>
              <a:srgbClr val="E27D70"/>
            </a:solidFill>
            <a:ln w="25400" cap="flat">
              <a:solidFill>
                <a:srgbClr val="E27D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27D70"/>
              </a:solidFill>
              <a:ln w="9525" cap="flat">
                <a:solidFill>
                  <a:srgbClr val="E27D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Sheet1!$A$2:$A$186</c:f>
              <c:multiLvlStrCache>
                <c:ptCount val="185"/>
                <c:lvl>
                  <c:pt idx="0">
                    <c:v>2002/01</c:v>
                  </c:pt>
                  <c:pt idx="1">
                    <c:v>2002/02</c:v>
                  </c:pt>
                  <c:pt idx="2">
                    <c:v>2002/03</c:v>
                  </c:pt>
                  <c:pt idx="3">
                    <c:v>2002/04</c:v>
                  </c:pt>
                  <c:pt idx="4">
                    <c:v>2002/05</c:v>
                  </c:pt>
                  <c:pt idx="5">
                    <c:v>2002/06</c:v>
                  </c:pt>
                  <c:pt idx="6">
                    <c:v>2002/07</c:v>
                  </c:pt>
                  <c:pt idx="7">
                    <c:v>2002/08</c:v>
                  </c:pt>
                  <c:pt idx="8">
                    <c:v>2002/09</c:v>
                  </c:pt>
                  <c:pt idx="9">
                    <c:v>2002/10</c:v>
                  </c:pt>
                  <c:pt idx="10">
                    <c:v>2002/11</c:v>
                  </c:pt>
                  <c:pt idx="11">
                    <c:v>2002/12</c:v>
                  </c:pt>
                  <c:pt idx="12">
                    <c:v>2003/01</c:v>
                  </c:pt>
                  <c:pt idx="13">
                    <c:v>2003/02</c:v>
                  </c:pt>
                  <c:pt idx="14">
                    <c:v>2003/03</c:v>
                  </c:pt>
                  <c:pt idx="15">
                    <c:v>2003/04</c:v>
                  </c:pt>
                  <c:pt idx="16">
                    <c:v>2003/05</c:v>
                  </c:pt>
                  <c:pt idx="17">
                    <c:v>2003/06</c:v>
                  </c:pt>
                  <c:pt idx="18">
                    <c:v>2003/07</c:v>
                  </c:pt>
                  <c:pt idx="19">
                    <c:v>2003/08</c:v>
                  </c:pt>
                  <c:pt idx="20">
                    <c:v>2003/09</c:v>
                  </c:pt>
                  <c:pt idx="21">
                    <c:v>2003/10</c:v>
                  </c:pt>
                  <c:pt idx="22">
                    <c:v>2003/11</c:v>
                  </c:pt>
                  <c:pt idx="23">
                    <c:v>2003/12</c:v>
                  </c:pt>
                  <c:pt idx="24">
                    <c:v>2004/01</c:v>
                  </c:pt>
                  <c:pt idx="25">
                    <c:v>2004/02</c:v>
                  </c:pt>
                  <c:pt idx="26">
                    <c:v>2004/03</c:v>
                  </c:pt>
                  <c:pt idx="27">
                    <c:v>2004/04</c:v>
                  </c:pt>
                  <c:pt idx="28">
                    <c:v>2004/05</c:v>
                  </c:pt>
                  <c:pt idx="29">
                    <c:v>2004/06</c:v>
                  </c:pt>
                  <c:pt idx="30">
                    <c:v>2004/07</c:v>
                  </c:pt>
                  <c:pt idx="31">
                    <c:v>2004/08</c:v>
                  </c:pt>
                  <c:pt idx="32">
                    <c:v>2004/09</c:v>
                  </c:pt>
                  <c:pt idx="33">
                    <c:v>2004/10</c:v>
                  </c:pt>
                  <c:pt idx="34">
                    <c:v>2004/11</c:v>
                  </c:pt>
                  <c:pt idx="35">
                    <c:v>2004/12</c:v>
                  </c:pt>
                  <c:pt idx="36">
                    <c:v>2005/01</c:v>
                  </c:pt>
                  <c:pt idx="37">
                    <c:v>2005/02</c:v>
                  </c:pt>
                  <c:pt idx="38">
                    <c:v>2005/03</c:v>
                  </c:pt>
                  <c:pt idx="39">
                    <c:v>2005/04</c:v>
                  </c:pt>
                  <c:pt idx="40">
                    <c:v>2005/05</c:v>
                  </c:pt>
                  <c:pt idx="41">
                    <c:v>2005/06</c:v>
                  </c:pt>
                  <c:pt idx="42">
                    <c:v>2005/07</c:v>
                  </c:pt>
                  <c:pt idx="43">
                    <c:v>2005/08</c:v>
                  </c:pt>
                  <c:pt idx="44">
                    <c:v>2005/09</c:v>
                  </c:pt>
                  <c:pt idx="45">
                    <c:v>2005/10</c:v>
                  </c:pt>
                  <c:pt idx="46">
                    <c:v>2005/11</c:v>
                  </c:pt>
                  <c:pt idx="47">
                    <c:v>2005/12</c:v>
                  </c:pt>
                  <c:pt idx="48">
                    <c:v>2006/01</c:v>
                  </c:pt>
                  <c:pt idx="49">
                    <c:v>2006/02</c:v>
                  </c:pt>
                  <c:pt idx="50">
                    <c:v>2006/03</c:v>
                  </c:pt>
                  <c:pt idx="51">
                    <c:v>2006/04</c:v>
                  </c:pt>
                  <c:pt idx="52">
                    <c:v>2006/05</c:v>
                  </c:pt>
                  <c:pt idx="53">
                    <c:v>2006/06</c:v>
                  </c:pt>
                  <c:pt idx="54">
                    <c:v>2006/07</c:v>
                  </c:pt>
                  <c:pt idx="55">
                    <c:v>2006/08</c:v>
                  </c:pt>
                  <c:pt idx="56">
                    <c:v>2006/09</c:v>
                  </c:pt>
                  <c:pt idx="57">
                    <c:v>2006/10</c:v>
                  </c:pt>
                  <c:pt idx="58">
                    <c:v>2006/11</c:v>
                  </c:pt>
                  <c:pt idx="59">
                    <c:v>2006/12</c:v>
                  </c:pt>
                  <c:pt idx="60">
                    <c:v>2007/01</c:v>
                  </c:pt>
                  <c:pt idx="61">
                    <c:v>2007/02</c:v>
                  </c:pt>
                  <c:pt idx="62">
                    <c:v>2007/03</c:v>
                  </c:pt>
                  <c:pt idx="63">
                    <c:v>2007/04</c:v>
                  </c:pt>
                  <c:pt idx="64">
                    <c:v>2007/05</c:v>
                  </c:pt>
                  <c:pt idx="65">
                    <c:v>2007/06</c:v>
                  </c:pt>
                  <c:pt idx="66">
                    <c:v>2007/07</c:v>
                  </c:pt>
                  <c:pt idx="67">
                    <c:v>2007/08</c:v>
                  </c:pt>
                  <c:pt idx="68">
                    <c:v>2007/09</c:v>
                  </c:pt>
                  <c:pt idx="69">
                    <c:v>2007/10</c:v>
                  </c:pt>
                  <c:pt idx="70">
                    <c:v>2007/11</c:v>
                  </c:pt>
                  <c:pt idx="71">
                    <c:v>2007/12</c:v>
                  </c:pt>
                  <c:pt idx="72">
                    <c:v>2008/01</c:v>
                  </c:pt>
                  <c:pt idx="73">
                    <c:v>2008/02</c:v>
                  </c:pt>
                  <c:pt idx="74">
                    <c:v>2008/03</c:v>
                  </c:pt>
                  <c:pt idx="75">
                    <c:v>2008/04</c:v>
                  </c:pt>
                  <c:pt idx="76">
                    <c:v>2008/05</c:v>
                  </c:pt>
                  <c:pt idx="77">
                    <c:v>2008/06</c:v>
                  </c:pt>
                  <c:pt idx="78">
                    <c:v>2008/07</c:v>
                  </c:pt>
                  <c:pt idx="79">
                    <c:v>2008/08</c:v>
                  </c:pt>
                  <c:pt idx="80">
                    <c:v>2008/09</c:v>
                  </c:pt>
                  <c:pt idx="81">
                    <c:v>2008/10</c:v>
                  </c:pt>
                  <c:pt idx="82">
                    <c:v>2008/11</c:v>
                  </c:pt>
                  <c:pt idx="83">
                    <c:v>2008/12</c:v>
                  </c:pt>
                  <c:pt idx="84">
                    <c:v>2009/01</c:v>
                  </c:pt>
                  <c:pt idx="85">
                    <c:v>2009/02</c:v>
                  </c:pt>
                  <c:pt idx="86">
                    <c:v>2009/03</c:v>
                  </c:pt>
                  <c:pt idx="87">
                    <c:v>2009/04</c:v>
                  </c:pt>
                  <c:pt idx="88">
                    <c:v>2009/05</c:v>
                  </c:pt>
                  <c:pt idx="89">
                    <c:v>2009/06</c:v>
                  </c:pt>
                  <c:pt idx="90">
                    <c:v>2009/07</c:v>
                  </c:pt>
                  <c:pt idx="91">
                    <c:v>2009/08</c:v>
                  </c:pt>
                  <c:pt idx="92">
                    <c:v>2009/09</c:v>
                  </c:pt>
                  <c:pt idx="93">
                    <c:v>2009/10</c:v>
                  </c:pt>
                  <c:pt idx="94">
                    <c:v>2009/11</c:v>
                  </c:pt>
                  <c:pt idx="95">
                    <c:v>2009/12</c:v>
                  </c:pt>
                  <c:pt idx="96">
                    <c:v>2010/01</c:v>
                  </c:pt>
                  <c:pt idx="97">
                    <c:v>2010/02</c:v>
                  </c:pt>
                  <c:pt idx="98">
                    <c:v>2010/03</c:v>
                  </c:pt>
                  <c:pt idx="99">
                    <c:v>2010/04</c:v>
                  </c:pt>
                  <c:pt idx="100">
                    <c:v>2010/05</c:v>
                  </c:pt>
                  <c:pt idx="101">
                    <c:v>2010/06</c:v>
                  </c:pt>
                  <c:pt idx="102">
                    <c:v>2010/07</c:v>
                  </c:pt>
                  <c:pt idx="103">
                    <c:v>2010/08</c:v>
                  </c:pt>
                  <c:pt idx="104">
                    <c:v>2010/09</c:v>
                  </c:pt>
                  <c:pt idx="105">
                    <c:v>2010/10</c:v>
                  </c:pt>
                  <c:pt idx="106">
                    <c:v>2010/11</c:v>
                  </c:pt>
                  <c:pt idx="107">
                    <c:v>2010/12</c:v>
                  </c:pt>
                  <c:pt idx="108">
                    <c:v>2011/01</c:v>
                  </c:pt>
                  <c:pt idx="109">
                    <c:v>2011/02</c:v>
                  </c:pt>
                  <c:pt idx="110">
                    <c:v>2011/03</c:v>
                  </c:pt>
                  <c:pt idx="111">
                    <c:v>2011/04</c:v>
                  </c:pt>
                  <c:pt idx="112">
                    <c:v>2011/05</c:v>
                  </c:pt>
                  <c:pt idx="113">
                    <c:v>2011/06</c:v>
                  </c:pt>
                  <c:pt idx="114">
                    <c:v>2011/07</c:v>
                  </c:pt>
                  <c:pt idx="115">
                    <c:v>2011/08</c:v>
                  </c:pt>
                  <c:pt idx="116">
                    <c:v>2011/09</c:v>
                  </c:pt>
                  <c:pt idx="117">
                    <c:v>2011/10</c:v>
                  </c:pt>
                  <c:pt idx="118">
                    <c:v>2011/11</c:v>
                  </c:pt>
                  <c:pt idx="119">
                    <c:v>2011/12</c:v>
                  </c:pt>
                  <c:pt idx="120">
                    <c:v>2012/01</c:v>
                  </c:pt>
                  <c:pt idx="121">
                    <c:v>2012/02</c:v>
                  </c:pt>
                  <c:pt idx="122">
                    <c:v>2012/03</c:v>
                  </c:pt>
                  <c:pt idx="123">
                    <c:v>2012/04</c:v>
                  </c:pt>
                  <c:pt idx="124">
                    <c:v>2012/05</c:v>
                  </c:pt>
                  <c:pt idx="125">
                    <c:v>2012/06</c:v>
                  </c:pt>
                  <c:pt idx="126">
                    <c:v>2012/07</c:v>
                  </c:pt>
                  <c:pt idx="127">
                    <c:v>2012/08</c:v>
                  </c:pt>
                  <c:pt idx="128">
                    <c:v>2012/09</c:v>
                  </c:pt>
                  <c:pt idx="129">
                    <c:v>2012/10</c:v>
                  </c:pt>
                  <c:pt idx="130">
                    <c:v>2012/11</c:v>
                  </c:pt>
                  <c:pt idx="131">
                    <c:v>2012/12</c:v>
                  </c:pt>
                  <c:pt idx="132">
                    <c:v>2013/01</c:v>
                  </c:pt>
                  <c:pt idx="133">
                    <c:v>2013/02</c:v>
                  </c:pt>
                  <c:pt idx="134">
                    <c:v>2013/03</c:v>
                  </c:pt>
                  <c:pt idx="135">
                    <c:v>2013/04</c:v>
                  </c:pt>
                  <c:pt idx="136">
                    <c:v>2013/05</c:v>
                  </c:pt>
                  <c:pt idx="137">
                    <c:v>2013/06</c:v>
                  </c:pt>
                  <c:pt idx="138">
                    <c:v>2013/07</c:v>
                  </c:pt>
                  <c:pt idx="139">
                    <c:v>2013/08</c:v>
                  </c:pt>
                  <c:pt idx="140">
                    <c:v>2013/09</c:v>
                  </c:pt>
                  <c:pt idx="141">
                    <c:v>2013/10</c:v>
                  </c:pt>
                  <c:pt idx="142">
                    <c:v>2013/11</c:v>
                  </c:pt>
                  <c:pt idx="143">
                    <c:v>2013/12</c:v>
                  </c:pt>
                  <c:pt idx="144">
                    <c:v>2014/01</c:v>
                  </c:pt>
                  <c:pt idx="145">
                    <c:v>2014/02</c:v>
                  </c:pt>
                  <c:pt idx="146">
                    <c:v>2014/03</c:v>
                  </c:pt>
                  <c:pt idx="147">
                    <c:v>2014/04</c:v>
                  </c:pt>
                  <c:pt idx="148">
                    <c:v>2014/05</c:v>
                  </c:pt>
                  <c:pt idx="149">
                    <c:v>2014/06</c:v>
                  </c:pt>
                  <c:pt idx="150">
                    <c:v>2014/07</c:v>
                  </c:pt>
                  <c:pt idx="151">
                    <c:v>2014/08</c:v>
                  </c:pt>
                  <c:pt idx="152">
                    <c:v>2014/09</c:v>
                  </c:pt>
                  <c:pt idx="153">
                    <c:v>2014/10</c:v>
                  </c:pt>
                  <c:pt idx="154">
                    <c:v>2014/11</c:v>
                  </c:pt>
                  <c:pt idx="155">
                    <c:v>2014/12</c:v>
                  </c:pt>
                  <c:pt idx="156">
                    <c:v>2015/01</c:v>
                  </c:pt>
                  <c:pt idx="157">
                    <c:v>2015/02</c:v>
                  </c:pt>
                  <c:pt idx="158">
                    <c:v>2015/03</c:v>
                  </c:pt>
                  <c:pt idx="159">
                    <c:v>2015/04</c:v>
                  </c:pt>
                  <c:pt idx="160">
                    <c:v>2015/05</c:v>
                  </c:pt>
                  <c:pt idx="161">
                    <c:v>2015/06</c:v>
                  </c:pt>
                  <c:pt idx="162">
                    <c:v>2015/07</c:v>
                  </c:pt>
                  <c:pt idx="163">
                    <c:v>2015/08</c:v>
                  </c:pt>
                  <c:pt idx="164">
                    <c:v>2015/09</c:v>
                  </c:pt>
                  <c:pt idx="165">
                    <c:v>2015/10</c:v>
                  </c:pt>
                  <c:pt idx="166">
                    <c:v>2015/11</c:v>
                  </c:pt>
                  <c:pt idx="167">
                    <c:v>2015/12</c:v>
                  </c:pt>
                  <c:pt idx="168">
                    <c:v>2016/01</c:v>
                  </c:pt>
                  <c:pt idx="169">
                    <c:v>2016/02</c:v>
                  </c:pt>
                  <c:pt idx="170">
                    <c:v>2016/03</c:v>
                  </c:pt>
                  <c:pt idx="171">
                    <c:v>2016/04</c:v>
                  </c:pt>
                  <c:pt idx="172">
                    <c:v>2016/05</c:v>
                  </c:pt>
                  <c:pt idx="173">
                    <c:v>2016/06</c:v>
                  </c:pt>
                  <c:pt idx="174">
                    <c:v>2016/07</c:v>
                  </c:pt>
                  <c:pt idx="175">
                    <c:v>2016/08</c:v>
                  </c:pt>
                  <c:pt idx="176">
                    <c:v>2016/09</c:v>
                  </c:pt>
                  <c:pt idx="177">
                    <c:v>2016/10</c:v>
                  </c:pt>
                  <c:pt idx="178">
                    <c:v>2016/11</c:v>
                  </c:pt>
                  <c:pt idx="179">
                    <c:v>2016/12</c:v>
                  </c:pt>
                  <c:pt idx="180">
                    <c:v>2017/01</c:v>
                  </c:pt>
                  <c:pt idx="181">
                    <c:v>2017/02</c:v>
                  </c:pt>
                  <c:pt idx="182">
                    <c:v>2017/03</c:v>
                  </c:pt>
                  <c:pt idx="183">
                    <c:v>2017/04</c:v>
                  </c:pt>
                  <c:pt idx="184">
                    <c:v>2017/05</c:v>
                  </c:pt>
                </c:lvl>
              </c:multiLvlStrCache>
            </c:multiLvlStrRef>
          </c:cat>
          <c:val>
            <c:numRef>
              <c:f>Sheet1!$E$2:$E$186</c:f>
              <c:numCache>
                <c:formatCode>General</c:formatCode>
                <c:ptCount val="185"/>
                <c:pt idx="0">
                  <c:v>167</c:v>
                </c:pt>
                <c:pt idx="1">
                  <c:v>167</c:v>
                </c:pt>
                <c:pt idx="2">
                  <c:v>167</c:v>
                </c:pt>
                <c:pt idx="3">
                  <c:v>167</c:v>
                </c:pt>
                <c:pt idx="4">
                  <c:v>167</c:v>
                </c:pt>
                <c:pt idx="5">
                  <c:v>167</c:v>
                </c:pt>
                <c:pt idx="6">
                  <c:v>167</c:v>
                </c:pt>
                <c:pt idx="7">
                  <c:v>167</c:v>
                </c:pt>
                <c:pt idx="8">
                  <c:v>167</c:v>
                </c:pt>
                <c:pt idx="9">
                  <c:v>167</c:v>
                </c:pt>
                <c:pt idx="10">
                  <c:v>167</c:v>
                </c:pt>
                <c:pt idx="11">
                  <c:v>167</c:v>
                </c:pt>
                <c:pt idx="12">
                  <c:v>167</c:v>
                </c:pt>
                <c:pt idx="13">
                  <c:v>167</c:v>
                </c:pt>
                <c:pt idx="14">
                  <c:v>167</c:v>
                </c:pt>
                <c:pt idx="15">
                  <c:v>167</c:v>
                </c:pt>
                <c:pt idx="16">
                  <c:v>167</c:v>
                </c:pt>
                <c:pt idx="17">
                  <c:v>167</c:v>
                </c:pt>
                <c:pt idx="18">
                  <c:v>167</c:v>
                </c:pt>
                <c:pt idx="19">
                  <c:v>167</c:v>
                </c:pt>
                <c:pt idx="20">
                  <c:v>167</c:v>
                </c:pt>
                <c:pt idx="21">
                  <c:v>167</c:v>
                </c:pt>
                <c:pt idx="22">
                  <c:v>167</c:v>
                </c:pt>
                <c:pt idx="23">
                  <c:v>167</c:v>
                </c:pt>
                <c:pt idx="24">
                  <c:v>167</c:v>
                </c:pt>
                <c:pt idx="25">
                  <c:v>167</c:v>
                </c:pt>
                <c:pt idx="26">
                  <c:v>167</c:v>
                </c:pt>
                <c:pt idx="27">
                  <c:v>167</c:v>
                </c:pt>
                <c:pt idx="28">
                  <c:v>167</c:v>
                </c:pt>
                <c:pt idx="29">
                  <c:v>167</c:v>
                </c:pt>
                <c:pt idx="30">
                  <c:v>167</c:v>
                </c:pt>
                <c:pt idx="31">
                  <c:v>167</c:v>
                </c:pt>
                <c:pt idx="32">
                  <c:v>167</c:v>
                </c:pt>
                <c:pt idx="33">
                  <c:v>167</c:v>
                </c:pt>
                <c:pt idx="34">
                  <c:v>167</c:v>
                </c:pt>
                <c:pt idx="35">
                  <c:v>167</c:v>
                </c:pt>
                <c:pt idx="36">
                  <c:v>167</c:v>
                </c:pt>
                <c:pt idx="37">
                  <c:v>167</c:v>
                </c:pt>
                <c:pt idx="38">
                  <c:v>167</c:v>
                </c:pt>
                <c:pt idx="39">
                  <c:v>167</c:v>
                </c:pt>
                <c:pt idx="40">
                  <c:v>167</c:v>
                </c:pt>
                <c:pt idx="41">
                  <c:v>167</c:v>
                </c:pt>
                <c:pt idx="42">
                  <c:v>167</c:v>
                </c:pt>
                <c:pt idx="43">
                  <c:v>167</c:v>
                </c:pt>
                <c:pt idx="44">
                  <c:v>167</c:v>
                </c:pt>
                <c:pt idx="45">
                  <c:v>167</c:v>
                </c:pt>
                <c:pt idx="46">
                  <c:v>167</c:v>
                </c:pt>
                <c:pt idx="47">
                  <c:v>167</c:v>
                </c:pt>
                <c:pt idx="48">
                  <c:v>167</c:v>
                </c:pt>
                <c:pt idx="49">
                  <c:v>167</c:v>
                </c:pt>
                <c:pt idx="50">
                  <c:v>167</c:v>
                </c:pt>
                <c:pt idx="51">
                  <c:v>167</c:v>
                </c:pt>
                <c:pt idx="52">
                  <c:v>167</c:v>
                </c:pt>
                <c:pt idx="53">
                  <c:v>167</c:v>
                </c:pt>
                <c:pt idx="54">
                  <c:v>167</c:v>
                </c:pt>
                <c:pt idx="55">
                  <c:v>167</c:v>
                </c:pt>
                <c:pt idx="56">
                  <c:v>167</c:v>
                </c:pt>
                <c:pt idx="57">
                  <c:v>167</c:v>
                </c:pt>
                <c:pt idx="58">
                  <c:v>167</c:v>
                </c:pt>
                <c:pt idx="59">
                  <c:v>167</c:v>
                </c:pt>
                <c:pt idx="60">
                  <c:v>167</c:v>
                </c:pt>
                <c:pt idx="61">
                  <c:v>167</c:v>
                </c:pt>
                <c:pt idx="62">
                  <c:v>167</c:v>
                </c:pt>
                <c:pt idx="63">
                  <c:v>167</c:v>
                </c:pt>
                <c:pt idx="64">
                  <c:v>167</c:v>
                </c:pt>
                <c:pt idx="65">
                  <c:v>167</c:v>
                </c:pt>
                <c:pt idx="66">
                  <c:v>167</c:v>
                </c:pt>
                <c:pt idx="67">
                  <c:v>167</c:v>
                </c:pt>
                <c:pt idx="68">
                  <c:v>167</c:v>
                </c:pt>
                <c:pt idx="69">
                  <c:v>167</c:v>
                </c:pt>
                <c:pt idx="70">
                  <c:v>167</c:v>
                </c:pt>
                <c:pt idx="71">
                  <c:v>167</c:v>
                </c:pt>
                <c:pt idx="72">
                  <c:v>167</c:v>
                </c:pt>
                <c:pt idx="73">
                  <c:v>167</c:v>
                </c:pt>
                <c:pt idx="74">
                  <c:v>167</c:v>
                </c:pt>
                <c:pt idx="75">
                  <c:v>167</c:v>
                </c:pt>
                <c:pt idx="76">
                  <c:v>167</c:v>
                </c:pt>
                <c:pt idx="77">
                  <c:v>167</c:v>
                </c:pt>
                <c:pt idx="78">
                  <c:v>167</c:v>
                </c:pt>
                <c:pt idx="79">
                  <c:v>167</c:v>
                </c:pt>
                <c:pt idx="80">
                  <c:v>167</c:v>
                </c:pt>
                <c:pt idx="81">
                  <c:v>167</c:v>
                </c:pt>
                <c:pt idx="82">
                  <c:v>167</c:v>
                </c:pt>
                <c:pt idx="83">
                  <c:v>167</c:v>
                </c:pt>
                <c:pt idx="84">
                  <c:v>167</c:v>
                </c:pt>
                <c:pt idx="85">
                  <c:v>167</c:v>
                </c:pt>
                <c:pt idx="86">
                  <c:v>167</c:v>
                </c:pt>
                <c:pt idx="87">
                  <c:v>167</c:v>
                </c:pt>
                <c:pt idx="88">
                  <c:v>167</c:v>
                </c:pt>
                <c:pt idx="89">
                  <c:v>167</c:v>
                </c:pt>
                <c:pt idx="90">
                  <c:v>167</c:v>
                </c:pt>
                <c:pt idx="91">
                  <c:v>167</c:v>
                </c:pt>
                <c:pt idx="92">
                  <c:v>167</c:v>
                </c:pt>
                <c:pt idx="93">
                  <c:v>167</c:v>
                </c:pt>
                <c:pt idx="94">
                  <c:v>167</c:v>
                </c:pt>
                <c:pt idx="95">
                  <c:v>167</c:v>
                </c:pt>
                <c:pt idx="96">
                  <c:v>167</c:v>
                </c:pt>
                <c:pt idx="97">
                  <c:v>167</c:v>
                </c:pt>
                <c:pt idx="98">
                  <c:v>167</c:v>
                </c:pt>
                <c:pt idx="99">
                  <c:v>167</c:v>
                </c:pt>
                <c:pt idx="100">
                  <c:v>167</c:v>
                </c:pt>
                <c:pt idx="101">
                  <c:v>167</c:v>
                </c:pt>
                <c:pt idx="102">
                  <c:v>167</c:v>
                </c:pt>
                <c:pt idx="103">
                  <c:v>167</c:v>
                </c:pt>
                <c:pt idx="104">
                  <c:v>167</c:v>
                </c:pt>
                <c:pt idx="105">
                  <c:v>167</c:v>
                </c:pt>
                <c:pt idx="106">
                  <c:v>167</c:v>
                </c:pt>
                <c:pt idx="107">
                  <c:v>167</c:v>
                </c:pt>
                <c:pt idx="108">
                  <c:v>167</c:v>
                </c:pt>
                <c:pt idx="109">
                  <c:v>167</c:v>
                </c:pt>
                <c:pt idx="110">
                  <c:v>167</c:v>
                </c:pt>
                <c:pt idx="111">
                  <c:v>167</c:v>
                </c:pt>
                <c:pt idx="112">
                  <c:v>167</c:v>
                </c:pt>
                <c:pt idx="113">
                  <c:v>167</c:v>
                </c:pt>
                <c:pt idx="114">
                  <c:v>167</c:v>
                </c:pt>
                <c:pt idx="115">
                  <c:v>167</c:v>
                </c:pt>
                <c:pt idx="116">
                  <c:v>167</c:v>
                </c:pt>
                <c:pt idx="117">
                  <c:v>167</c:v>
                </c:pt>
                <c:pt idx="118">
                  <c:v>167</c:v>
                </c:pt>
                <c:pt idx="119">
                  <c:v>167</c:v>
                </c:pt>
                <c:pt idx="120">
                  <c:v>167</c:v>
                </c:pt>
                <c:pt idx="121">
                  <c:v>167</c:v>
                </c:pt>
                <c:pt idx="122">
                  <c:v>167</c:v>
                </c:pt>
                <c:pt idx="123">
                  <c:v>167</c:v>
                </c:pt>
                <c:pt idx="124">
                  <c:v>167</c:v>
                </c:pt>
                <c:pt idx="125">
                  <c:v>167</c:v>
                </c:pt>
                <c:pt idx="126">
                  <c:v>167</c:v>
                </c:pt>
                <c:pt idx="127">
                  <c:v>167</c:v>
                </c:pt>
                <c:pt idx="128">
                  <c:v>167</c:v>
                </c:pt>
                <c:pt idx="129">
                  <c:v>167</c:v>
                </c:pt>
                <c:pt idx="130">
                  <c:v>167</c:v>
                </c:pt>
                <c:pt idx="131">
                  <c:v>167</c:v>
                </c:pt>
                <c:pt idx="132">
                  <c:v>167</c:v>
                </c:pt>
                <c:pt idx="133">
                  <c:v>167</c:v>
                </c:pt>
                <c:pt idx="134">
                  <c:v>167</c:v>
                </c:pt>
                <c:pt idx="135">
                  <c:v>167</c:v>
                </c:pt>
                <c:pt idx="136">
                  <c:v>167</c:v>
                </c:pt>
                <c:pt idx="137">
                  <c:v>167</c:v>
                </c:pt>
                <c:pt idx="138">
                  <c:v>167</c:v>
                </c:pt>
                <c:pt idx="139">
                  <c:v>167</c:v>
                </c:pt>
                <c:pt idx="140">
                  <c:v>167</c:v>
                </c:pt>
                <c:pt idx="141">
                  <c:v>167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167</c:v>
                </c:pt>
                <c:pt idx="149">
                  <c:v>167</c:v>
                </c:pt>
                <c:pt idx="150">
                  <c:v>167</c:v>
                </c:pt>
                <c:pt idx="151">
                  <c:v>167</c:v>
                </c:pt>
                <c:pt idx="152">
                  <c:v>167</c:v>
                </c:pt>
                <c:pt idx="153">
                  <c:v>167</c:v>
                </c:pt>
                <c:pt idx="154">
                  <c:v>167</c:v>
                </c:pt>
                <c:pt idx="155">
                  <c:v>167</c:v>
                </c:pt>
                <c:pt idx="156">
                  <c:v>167</c:v>
                </c:pt>
                <c:pt idx="157">
                  <c:v>167</c:v>
                </c:pt>
                <c:pt idx="158">
                  <c:v>167</c:v>
                </c:pt>
                <c:pt idx="159">
                  <c:v>167</c:v>
                </c:pt>
                <c:pt idx="160">
                  <c:v>167</c:v>
                </c:pt>
                <c:pt idx="161">
                  <c:v>167</c:v>
                </c:pt>
                <c:pt idx="162">
                  <c:v>167</c:v>
                </c:pt>
                <c:pt idx="163">
                  <c:v>167</c:v>
                </c:pt>
                <c:pt idx="164">
                  <c:v>167</c:v>
                </c:pt>
                <c:pt idx="165">
                  <c:v>167</c:v>
                </c:pt>
                <c:pt idx="166">
                  <c:v>167</c:v>
                </c:pt>
                <c:pt idx="167">
                  <c:v>167</c:v>
                </c:pt>
                <c:pt idx="168">
                  <c:v>167</c:v>
                </c:pt>
                <c:pt idx="169">
                  <c:v>167</c:v>
                </c:pt>
                <c:pt idx="170">
                  <c:v>167</c:v>
                </c:pt>
                <c:pt idx="171">
                  <c:v>167</c:v>
                </c:pt>
                <c:pt idx="172">
                  <c:v>167</c:v>
                </c:pt>
                <c:pt idx="173">
                  <c:v>167</c:v>
                </c:pt>
                <c:pt idx="174">
                  <c:v>167</c:v>
                </c:pt>
                <c:pt idx="175">
                  <c:v>167</c:v>
                </c:pt>
                <c:pt idx="176">
                  <c:v>167</c:v>
                </c:pt>
                <c:pt idx="177">
                  <c:v>167</c:v>
                </c:pt>
                <c:pt idx="178">
                  <c:v>167</c:v>
                </c:pt>
                <c:pt idx="179">
                  <c:v>167</c:v>
                </c:pt>
                <c:pt idx="180">
                  <c:v>167</c:v>
                </c:pt>
                <c:pt idx="181">
                  <c:v>167</c:v>
                </c:pt>
                <c:pt idx="182">
                  <c:v>167</c:v>
                </c:pt>
                <c:pt idx="183">
                  <c:v>167</c:v>
                </c:pt>
                <c:pt idx="184">
                  <c:v>167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B3C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1"/>
      </c:catAx>
      <c:valAx>
        <c:axId val="2094734552"/>
        <c:scaling>
          <c:logBase val="10"/>
          <c:orientation val="minMax"/>
          <c:max val="1000"/>
          <c:min val="100"/>
        </c:scaling>
        <c:delete val="0"/>
        <c:axPos val="l"/>
        <c:majorGridlines>
          <c:spPr>
            <a:ln w="6350" cap="flat">
              <a:solidFill>
                <a:srgbClr val="2A427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B3C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EEF1F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開場：這份簡報把「股市大跌怎麼辦」這團霧，拆成有數字、有時間、有動作的三種結局，並說明亞灣投資質借在其中的角色。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5"/>
                </a:solidFill>
              </a:rPr>
              <a:t>STANDARD CHARTERED · 亞灣 PRIORITY PRIVATE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011680"/>
            <a:ext cx="103327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434340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91440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</a:rPr>
              <a:t>STANDARD CHARTERED · 亞灣 PRIORITY PRIVATE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spc="300" kern="0" dirty="0">
                <a:solidFill>
                  <a:schemeClr val="accent1"/>
                </a:solidFill>
              </a:rPr>
              <a:t>退休資產的下跌應對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01168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擔心不等於準備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把「跌 30%」寫成</a:t>
            </a:r>
            <a:pPr algn="l" indent="0" marL="0">
              <a:buNone/>
            </a:pPr>
            <a:r>
              <a:rPr lang="en-US" sz="4800" b="1" dirty="0">
                <a:solidFill>
                  <a:srgbClr val="D4AB62"/>
                </a:solidFill>
              </a:rPr>
              <a:t>三種結局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91440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從一團霧，到一張寫好的行動方案。並看看渣打亞灣的投資質借，如何讓您在低點不必賣股。</a:t>
            </a:r>
            <a:endParaRPr lang="en-US" sz="1800" dirty="0"/>
          </a:p>
        </p:txBody>
      </p:sp>
      <p:sp>
        <p:nvSpPr>
          <p:cNvPr id="5" name="cover-ring"/>
          <p:cNvSpPr/>
          <p:nvPr/>
        </p:nvSpPr>
        <p:spPr>
          <a:xfrm>
            <a:off x="9509760" y="822960"/>
            <a:ext cx="2194560" cy="2194560"/>
          </a:xfrm>
          <a:prstGeom prst="ellipse">
            <a:avLst/>
          </a:prstGeom>
          <a:solidFill>
            <a:srgbClr val="D4AB62">
              <a:alpha val="12000"/>
            </a:srgbClr>
          </a:solidFill>
          <a:ln w="12700">
            <a:solidFill>
              <a:srgbClr val="D4AB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822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D4AB62"/>
                </a:solidFill>
              </a:rPr>
              <a:t>3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半夜驚醒的念頭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2026 年 10 月 15 日，台股一天跌了 1,655 點（−3.41%）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B3C9"/>
                </a:solidFill>
              </a:rPr>
              <a:t>如果跌的是 30% 呢？即使不再為工作煩惱，這幾個念頭仍會在半夜冒出來：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24028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404872"/>
            <a:ext cx="500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7"/>
                </a:solidFill>
              </a:rPr>
              <a:t>「股市如果大跌，我的退休資產怎麼辦？」</a:t>
            </a:r>
            <a:endParaRPr lang="en-US" sz="1900" dirty="0"/>
          </a:p>
        </p:txBody>
      </p:sp>
      <p:sp>
        <p:nvSpPr>
          <p:cNvPr id="7" name="card"/>
          <p:cNvSpPr/>
          <p:nvPr/>
        </p:nvSpPr>
        <p:spPr>
          <a:xfrm>
            <a:off x="6233008" y="224028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4176" y="2404872"/>
            <a:ext cx="500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7"/>
                </a:solidFill>
              </a:rPr>
              <a:t>「萬一生病，需要人照顧怎麼辦？」</a:t>
            </a:r>
            <a:endParaRPr lang="en-US" sz="1900" dirty="0"/>
          </a:p>
        </p:txBody>
      </p:sp>
      <p:sp>
        <p:nvSpPr>
          <p:cNvPr id="9" name="card"/>
          <p:cNvSpPr/>
          <p:nvPr/>
        </p:nvSpPr>
        <p:spPr>
          <a:xfrm>
            <a:off x="548640" y="333756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502152"/>
            <a:ext cx="500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7"/>
                </a:solidFill>
              </a:rPr>
              <a:t>「孩子開口要錢，我要不要給？」</a:t>
            </a:r>
            <a:endParaRPr lang="en-US" sz="1900" dirty="0"/>
          </a:p>
        </p:txBody>
      </p:sp>
      <p:sp>
        <p:nvSpPr>
          <p:cNvPr id="11" name="card"/>
          <p:cNvSpPr/>
          <p:nvPr/>
        </p:nvSpPr>
        <p:spPr>
          <a:xfrm>
            <a:off x="6233008" y="333756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3502152"/>
            <a:ext cx="500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1F7"/>
                </a:solidFill>
              </a:rPr>
              <a:t>「將來若只剩自己一人生活，怎麼辦？」</a:t>
            </a:r>
            <a:endParaRPr lang="en-US" sz="1900" dirty="0"/>
          </a:p>
        </p:txBody>
      </p:sp>
      <p:sp>
        <p:nvSpPr>
          <p:cNvPr id="13" name="note"/>
          <p:cNvSpPr/>
          <p:nvPr/>
        </p:nvSpPr>
        <p:spPr>
          <a:xfrm>
            <a:off x="548640" y="46177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61772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共同點：一冒出來就停不下來；但問自己「真的發生了會怎樣」，多半說不清楚。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擔心的真相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那個擔心是一團霧，沒辦法處理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D4AB6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91640"/>
            <a:ext cx="10408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EF1F7"/>
                </a:solidFill>
              </a:rPr>
              <a:t>在心裡反覆處理一件「還沒確定、而且可能變壞」的未來。</a:t>
            </a:r>
            <a:endParaRPr lang="en-US" sz="21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美國社會科學家 Arthur Brooks 在《The Happiness Files》中對擔心的定義</a:t>
            </a:r>
            <a:endParaRPr lang="en-US" sz="2100" dirty="0"/>
          </a:p>
        </p:txBody>
      </p:sp>
      <p:sp>
        <p:nvSpPr>
          <p:cNvPr id="6" name="card"/>
          <p:cNvSpPr/>
          <p:nvPr/>
        </p:nvSpPr>
        <p:spPr>
          <a:xfrm>
            <a:off x="548640" y="2834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999232"/>
            <a:ext cx="311292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1F7"/>
                </a:solidFill>
              </a:rPr>
              <a:t>沒有數字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跌 30%，帳面會少多少錢？不知道。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4338218" y="2834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9386" y="2999232"/>
            <a:ext cx="311292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1F7"/>
                </a:solidFill>
              </a:rPr>
              <a:t>沒有時間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會跌多久？多久回來？不知道。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8127797" y="283464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8965" y="2999232"/>
            <a:ext cx="311292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EF1F7"/>
                </a:solidFill>
              </a:rPr>
              <a:t>沒有「然後呢」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跌了之後要做什麼？不知道。</a:t>
            </a:r>
            <a:endParaRPr lang="en-US" sz="2000" dirty="0"/>
          </a:p>
        </p:txBody>
      </p:sp>
      <p:sp>
        <p:nvSpPr>
          <p:cNvPr id="12" name="note"/>
          <p:cNvSpPr/>
          <p:nvPr/>
        </p:nvSpPr>
        <p:spPr>
          <a:xfrm>
            <a:off x="548640" y="45720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57200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擔心一團霧是沒用的，除非把它變成一個具體的問題。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拆解方法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先查歷史，再走四個步驟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B3C9"/>
                </a:solidFill>
              </a:rPr>
              <a:t>我們用「股市大跌」當例子，因為它最有數字，也最好示範。</a:t>
            </a:r>
            <a:endParaRPr lang="en-US" sz="1700" dirty="0"/>
          </a:p>
        </p:txBody>
      </p:sp>
      <p:sp>
        <p:nvSpPr>
          <p:cNvPr id="5" name="card"/>
          <p:cNvSpPr/>
          <p:nvPr/>
        </p:nvSpPr>
        <p:spPr>
          <a:xfrm>
            <a:off x="548640" y="228600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450592"/>
            <a:ext cx="216552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tep-num"/>
          <p:cNvSpPr/>
          <p:nvPr/>
        </p:nvSpPr>
        <p:spPr>
          <a:xfrm>
            <a:off x="749808" y="2514600"/>
            <a:ext cx="640080" cy="64008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7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337560"/>
            <a:ext cx="2165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B62"/>
                </a:solidFill>
              </a:rPr>
              <a:t>步驟一</a:t>
            </a:r>
            <a:endParaRPr lang="en-US" sz="12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EF1F7"/>
                </a:solidFill>
              </a:rPr>
              <a:t>換成數字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帳面少多少？現金與質借能撐幾年？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390824" y="228600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1992" y="2450592"/>
            <a:ext cx="216552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tep-num"/>
          <p:cNvSpPr/>
          <p:nvPr/>
        </p:nvSpPr>
        <p:spPr>
          <a:xfrm>
            <a:off x="3591992" y="2514600"/>
            <a:ext cx="640080" cy="64008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91992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7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591992" y="3337560"/>
            <a:ext cx="2165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B62"/>
                </a:solidFill>
              </a:rPr>
              <a:t>步驟二</a:t>
            </a:r>
            <a:endParaRPr lang="en-US" sz="12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EF1F7"/>
                </a:solidFill>
              </a:rPr>
              <a:t>寫三種結局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最好、最可能、最壞，各配一個動作。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233008" y="228600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34176" y="2450592"/>
            <a:ext cx="216552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tep-num"/>
          <p:cNvSpPr/>
          <p:nvPr/>
        </p:nvSpPr>
        <p:spPr>
          <a:xfrm>
            <a:off x="6434176" y="2514600"/>
            <a:ext cx="640080" cy="640080"/>
          </a:xfrm>
          <a:prstGeom prst="ellipse">
            <a:avLst/>
          </a:prstGeom>
          <a:solidFill>
            <a:srgbClr val="D4AB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3417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7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34176" y="3337560"/>
            <a:ext cx="2165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B62"/>
                </a:solidFill>
              </a:rPr>
              <a:t>步驟三</a:t>
            </a:r>
            <a:endParaRPr lang="en-US" sz="12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EF1F7"/>
                </a:solidFill>
              </a:rPr>
              <a:t>算到底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直視最壞的情況，找到地板在哪。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9075191" y="2286000"/>
            <a:ext cx="2567864" cy="2743200"/>
          </a:xfrm>
          <a:prstGeom prst="roundRect">
            <a:avLst>
              <a:gd name="adj" fmla="val 284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6359" y="2450592"/>
            <a:ext cx="216552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tep-num"/>
          <p:cNvSpPr/>
          <p:nvPr/>
        </p:nvSpPr>
        <p:spPr>
          <a:xfrm>
            <a:off x="9276359" y="2514600"/>
            <a:ext cx="640080" cy="640080"/>
          </a:xfrm>
          <a:prstGeom prst="ellipse">
            <a:avLst/>
          </a:prstGeom>
          <a:solidFill>
            <a:srgbClr val="F6F0E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76359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347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276359" y="3337560"/>
            <a:ext cx="21655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B62"/>
                </a:solidFill>
              </a:rPr>
              <a:t>步驟四</a:t>
            </a:r>
            <a:endParaRPr lang="en-US" sz="12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EF1F7"/>
                </a:solidFill>
              </a:rPr>
              <a:t>寫好就放下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下次大跌，打開這張紙，不是看盤 App。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先查歷史・大跌多久來一次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台股 1999 年至今 3 次，美股 1950 年至今 6 次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40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645920"/>
          <a:ext cx="5440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note"/>
          <p:cNvSpPr/>
          <p:nvPr/>
        </p:nvSpPr>
        <p:spPr>
          <a:xfrm>
            <a:off x="548640" y="52120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2120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大跌不是每年都有，但退休後的三十年裡，很可能遇到兩、三次。這是一定會發生的事。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5216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以收盤價計之高點至低點約略跌幅；年份為低點所在年。紅色為跌逾 30%，橘色為接近但未達 30%。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先查歷史・多久回得來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新聞說的「幾年才回來」，通常沒算股息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94415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507992"/>
            <a:ext cx="500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含息更接近真實感受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持有期間的配息會持續累積，回本時間比新聞標題短得多。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34176" y="4507992"/>
            <a:ext cx="500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極端值真的存在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這些都是大盤數字。持股集中在少數個股的人，回升時間可能完全不同。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步驟一・把霧換成數字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一位示範客戶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311292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投資部位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400" b="1" dirty="0">
                <a:solidFill>
                  <a:srgbClr val="EEF1F7"/>
                </a:solidFill>
              </a:rPr>
              <a:t>3,000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股票型資產，可作為質借擔保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338218" y="173736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39386" y="1901952"/>
            <a:ext cx="311292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現金準備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400" b="1" dirty="0">
                <a:solidFill>
                  <a:srgbClr val="EEF1F7"/>
                </a:solidFill>
              </a:rPr>
              <a:t>200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約兩年生活開銷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8127797" y="173736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8965" y="1901952"/>
            <a:ext cx="311292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每年生活開銷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400" b="1" dirty="0">
                <a:solidFill>
                  <a:srgbClr val="EEF1F7"/>
                </a:solidFill>
              </a:rPr>
              <a:t>100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全數由資產支應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B3C9"/>
                </a:solidFill>
              </a:rPr>
              <a:t>大跌 30% 的那一刻，他會看到兩個數字。一個嚇人，一個才是真正的底氣。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此組數字僅為示範算法，不是建議的配置比例。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步驟一・恐怖的帳面 vs 實際的底氣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帳面少了 900 萬，但他有約 8 年不必賣股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5410048" cy="2651760"/>
          </a:xfrm>
          <a:prstGeom prst="roundRect">
            <a:avLst>
              <a:gd name="adj" fmla="val 275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500771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跌 30% 的帳面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6000" b="1" dirty="0">
                <a:solidFill>
                  <a:srgbClr val="E27D70"/>
                </a:solidFill>
              </a:rPr>
              <a:t>−900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3,000 萬變成 2,100 萬，相當於 9 年的生活開銷。多數人看到這個數字會睡不著。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233008" y="1737360"/>
            <a:ext cx="5410048" cy="2651760"/>
          </a:xfrm>
          <a:prstGeom prst="roundRect">
            <a:avLst>
              <a:gd name="adj" fmla="val 2759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34176" y="1901952"/>
            <a:ext cx="500771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不必在低點賣股的時間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6000" b="1" dirty="0">
                <a:solidFill>
                  <a:srgbClr val="D4AB62"/>
                </a:solidFill>
              </a:rPr>
              <a:t>約 8 年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現金 200 萬撐 2 年，再以亞灣質借支應約 6 年（只動用一半額度、含利息）。</a:t>
            </a:r>
            <a:endParaRPr lang="en-US" sz="1300" dirty="0"/>
          </a:p>
        </p:txBody>
      </p:sp>
      <p:sp>
        <p:nvSpPr>
          <p:cNvPr id="8" name="note"/>
          <p:cNvSpPr/>
          <p:nvPr/>
        </p:nvSpPr>
        <p:spPr>
          <a:xfrm>
            <a:off x="548640" y="466344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66344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只靠現金，2 年後就得在低點賣股。加上亞灣質借，這段時間拉長到約 8 年，已涵蓋 2008 年含息回升所需的時間。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亞灣的角色・投資質借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不賣股票，用股票借出生活費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56232"/>
            <a:ext cx="19293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大跌後擔保品市值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EF1F7"/>
                </a:solidFill>
              </a:rPr>
              <a:t>2,100 萬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691640"/>
            <a:ext cx="589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AB62"/>
                </a:solidFill>
              </a:rPr>
              <a:t>×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3469538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0706" y="1856232"/>
            <a:ext cx="19293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股票成數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EF1F7"/>
                </a:solidFill>
              </a:rPr>
              <a:t>60%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01258" y="1691640"/>
            <a:ext cx="589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AB62"/>
                </a:solidFill>
              </a:rPr>
              <a:t>=</a:t>
            </a:r>
            <a:endParaRPr lang="en-US" sz="2600" dirty="0"/>
          </a:p>
        </p:txBody>
      </p:sp>
      <p:sp>
        <p:nvSpPr>
          <p:cNvPr id="10" name="card"/>
          <p:cNvSpPr/>
          <p:nvPr/>
        </p:nvSpPr>
        <p:spPr>
          <a:xfrm>
            <a:off x="6390437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1605" y="1856232"/>
            <a:ext cx="19293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可質借額度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EEF1F7"/>
                </a:solidFill>
              </a:rPr>
              <a:t>1,260 萬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722157" y="1691640"/>
            <a:ext cx="589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AB62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card"/>
          <p:cNvSpPr/>
          <p:nvPr/>
        </p:nvSpPr>
        <p:spPr>
          <a:xfrm>
            <a:off x="9311335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12503" y="1856232"/>
            <a:ext cx="19293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建議只動用一半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D4AB62"/>
                </a:solidFill>
              </a:rPr>
              <a:t>630 萬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20040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364992"/>
            <a:ext cx="311292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保住部位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股票全數留在場上，市場回升時完整參與。</a:t>
            </a:r>
            <a:endParaRPr lang="en-US" sz="1700" dirty="0"/>
          </a:p>
        </p:txBody>
      </p:sp>
      <p:sp>
        <p:nvSpPr>
          <p:cNvPr id="17" name="card"/>
          <p:cNvSpPr/>
          <p:nvPr/>
        </p:nvSpPr>
        <p:spPr>
          <a:xfrm>
            <a:off x="4338218" y="320040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9386" y="3364992"/>
            <a:ext cx="311292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按需動用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每年只借當年生活所需，未動用部分不計息。</a:t>
            </a:r>
            <a:endParaRPr lang="en-US" sz="1700" dirty="0"/>
          </a:p>
        </p:txBody>
      </p:sp>
      <p:sp>
        <p:nvSpPr>
          <p:cNvPr id="19" name="card"/>
          <p:cNvSpPr/>
          <p:nvPr/>
        </p:nvSpPr>
        <p:spPr>
          <a:xfrm>
            <a:off x="8127797" y="3200400"/>
            <a:ext cx="3515258" cy="1783080"/>
          </a:xfrm>
          <a:prstGeom prst="roundRect">
            <a:avLst>
              <a:gd name="adj" fmla="val 4103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8965" y="3364992"/>
            <a:ext cx="311292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回到 80% 就還清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指數回到前高 80% 以上，就賣出一小部分清償借款，不必等完全回到原點。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5780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成數依資產類別而定：股票 60%、基金 80%、債券 70%、結構型商品 50%；利率以 2% 示範，均以銀行實際核定為準。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步驟二・寫出三種結局，每一種配一個動作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不管哪一種，都有寫好的下一步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15258" cy="4206240"/>
          </a:xfrm>
          <a:prstGeom prst="roundRect">
            <a:avLst>
              <a:gd name="adj" fmla="val 208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56232"/>
            <a:ext cx="311292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C79C"/>
                </a:solidFill>
              </a:rPr>
              <a:t>最好的結局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EF1F7"/>
                </a:solidFill>
              </a:rPr>
              <a:t>一年內回升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如 2020、2022 年</a:t>
            </a:r>
            <a:endParaRPr lang="en-US" sz="1300" dirty="0"/>
          </a:p>
        </p:txBody>
      </p:sp>
      <p:sp>
        <p:nvSpPr>
          <p:cNvPr id="7" name="divider"/>
          <p:cNvSpPr/>
          <p:nvPr/>
        </p:nvSpPr>
        <p:spPr>
          <a:xfrm>
            <a:off x="777240" y="3291840"/>
            <a:ext cx="3058058" cy="0"/>
          </a:xfrm>
          <a:prstGeom prst="line">
            <a:avLst/>
          </a:prstGeom>
          <a:noFill/>
          <a:ln w="12700">
            <a:solidFill>
              <a:srgbClr val="2A42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2900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B62"/>
                </a:solidFill>
              </a:rPr>
              <a:t>動作：</a:t>
            </a:r>
            <a:pPr indent="0" marL="0">
              <a:buNone/>
            </a:pPr>
            <a:r>
              <a:rPr lang="en-US" sz="1500" dirty="0">
                <a:solidFill>
                  <a:srgbClr val="EEF1F7"/>
                </a:solidFill>
              </a:rPr>
              <a:t>什麼都不賣，也不動用質借。生活費從現金支付，現金用一半，市場就回來了。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38218" y="1691640"/>
            <a:ext cx="3515258" cy="4206240"/>
          </a:xfrm>
          <a:prstGeom prst="roundRect">
            <a:avLst>
              <a:gd name="adj" fmla="val 208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9386" y="1856232"/>
            <a:ext cx="311292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187452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356"/>
                </a:solidFill>
              </a:rPr>
              <a:t>最可能的結局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EF1F7"/>
                </a:solidFill>
              </a:rPr>
              <a:t>三到六年回升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如 2008 年（含息）</a:t>
            </a:r>
            <a:endParaRPr lang="en-US" sz="1300" dirty="0"/>
          </a:p>
        </p:txBody>
      </p:sp>
      <p:sp>
        <p:nvSpPr>
          <p:cNvPr id="12" name="divider"/>
          <p:cNvSpPr/>
          <p:nvPr/>
        </p:nvSpPr>
        <p:spPr>
          <a:xfrm>
            <a:off x="4566818" y="3291840"/>
            <a:ext cx="3058058" cy="0"/>
          </a:xfrm>
          <a:prstGeom prst="line">
            <a:avLst/>
          </a:prstGeom>
          <a:noFill/>
          <a:ln w="12700">
            <a:solidFill>
              <a:srgbClr val="2A42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6818" y="342900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B62"/>
                </a:solidFill>
              </a:rPr>
              <a:t>動作：</a:t>
            </a:r>
            <a:pPr indent="0" marL="0">
              <a:buNone/>
            </a:pPr>
            <a:r>
              <a:rPr lang="en-US" sz="1500" dirty="0">
                <a:solidFill>
                  <a:srgbClr val="EEF1F7"/>
                </a:solidFill>
              </a:rPr>
              <a:t>前 2 年用現金，第 3 年起啟用亞灣質借。以 4 年回升計，最高借款約 206 萬，回升後賣股一次還清。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127797" y="1691640"/>
            <a:ext cx="3515258" cy="4206240"/>
          </a:xfrm>
          <a:prstGeom prst="roundRect">
            <a:avLst>
              <a:gd name="adj" fmla="val 208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8965" y="1856232"/>
            <a:ext cx="311292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8356397" y="187452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7D70"/>
                </a:solidFill>
              </a:rPr>
              <a:t>最壞的結局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EF1F7"/>
                </a:solidFill>
              </a:rPr>
              <a:t>十年以上、兩次腰斬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如 2000–2013 年美股</a:t>
            </a:r>
            <a:endParaRPr lang="en-US" sz="1300" dirty="0"/>
          </a:p>
        </p:txBody>
      </p:sp>
      <p:sp>
        <p:nvSpPr>
          <p:cNvPr id="17" name="divider"/>
          <p:cNvSpPr/>
          <p:nvPr/>
        </p:nvSpPr>
        <p:spPr>
          <a:xfrm>
            <a:off x="8356397" y="3291840"/>
            <a:ext cx="3058058" cy="0"/>
          </a:xfrm>
          <a:prstGeom prst="line">
            <a:avLst/>
          </a:prstGeom>
          <a:noFill/>
          <a:ln w="12700">
            <a:solidFill>
              <a:srgbClr val="2A42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6397" y="3429000"/>
            <a:ext cx="305805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4AB62"/>
                </a:solidFill>
              </a:rPr>
              <a:t>動作：</a:t>
            </a:r>
            <a:pPr indent="0" marL="0">
              <a:buNone/>
            </a:pPr>
            <a:r>
              <a:rPr lang="en-US" sz="1500" dirty="0">
                <a:solidFill>
                  <a:srgbClr val="EEF1F7"/>
                </a:solidFill>
              </a:rPr>
              <a:t>現金撐 2 年，跌破前高 80% 才動用質借；回到前高時還清並補足現金，下一次大跌再重複同一套動作。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步驟三・把每一格算到底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市場回升時，三種做法剩下多少？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496312"/>
                <a:gridCol w="2496312"/>
                <a:gridCol w="2532888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做法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最好（1 年）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A8B3C9"/>
                          </a:solidFill>
                        </a:rPr>
                        <a:t>如 2020、2022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最可能（4 年）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A8B3C9"/>
                          </a:solidFill>
                        </a:rPr>
                        <a:t>如 2008 年（含息）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最壞（13 年）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A8B3C9"/>
                          </a:solidFill>
                        </a:rPr>
                        <a:t>2000–2013 美股・兩次腰斬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7D70"/>
                          </a:solidFill>
                        </a:rPr>
                        <a:t>● 低點全數賣出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2,200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1,900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932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● 現金用完後賣股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3,100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2,714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1,673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4AB62"/>
                          </a:solidFill>
                        </a:rPr>
                        <a:t>● 現金 ＋ 亞灣質借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D4AB62"/>
                          </a:solidFill>
                        </a:rPr>
                        <a:t>3,100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D4AB62"/>
                          </a:solidFill>
                        </a:rPr>
                        <a:t>2,794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D4AB62"/>
                          </a:solidFill>
                        </a:rPr>
                        <a:t>1,756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384048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005072"/>
            <a:ext cx="5007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最大的差距來自恐慌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在低點全數賣出，三種情境都比「撐住」少了 800 萬以上。真正的風險，是被帳面上的 900 萬嚇到。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233008" y="3840480"/>
            <a:ext cx="5410048" cy="1600200"/>
          </a:xfrm>
          <a:prstGeom prst="roundRect">
            <a:avLst>
              <a:gd name="adj" fmla="val 4571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34176" y="4005072"/>
            <a:ext cx="5007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質借讓撐住更容易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4 年情境下，質借總利息約 6 萬，卻免去在低點賣出約 200 萬股票，回升時多保留約 80 萬。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778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最好、最可能：假設跌 30% 後停在低點，到期一次回到原水位。最壞：S&amp;P 500 於 2000/3/24 高點至 2013/3/28 站穩前高的每日收盤實際走勢（期間最深 −56%），套用 80% 規則。不計股息、稅負與現金利息；淨資產已扣除借款。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步驟三・地板在哪裡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質借有安全距離，也有成本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5410048" cy="2514600"/>
          </a:xfrm>
          <a:prstGeom prst="roundRect">
            <a:avLst>
              <a:gd name="adj" fmla="val 290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5007712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4 年情境・最高借款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800" b="1" dirty="0">
                <a:solidFill>
                  <a:srgbClr val="EEF1F7"/>
                </a:solidFill>
              </a:rPr>
              <a:t>206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只用了額度的 16%；擔保品要從低點再跌約 84% 才會觸及追繳。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233008" y="1737360"/>
            <a:ext cx="5410048" cy="2514600"/>
          </a:xfrm>
          <a:prstGeom prst="roundRect">
            <a:avLst>
              <a:gd name="adj" fmla="val 2909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34176" y="1901952"/>
            <a:ext cx="5007712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最壞情境・最高借款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4800" b="1" dirty="0">
                <a:solidFill>
                  <a:srgbClr val="EEF1F7"/>
                </a:solidFill>
              </a:rPr>
              <a:t>318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A8B3C9"/>
                </a:solidFill>
              </a:rPr>
              <a:t>出現在 2005 年，最低維持率 748%；擔保品要再跌約 78% 才會觸及追繳。2007 年回到前高時已還清。</a:t>
            </a:r>
            <a:endParaRPr lang="en-US" sz="1300" dirty="0"/>
          </a:p>
        </p:txBody>
      </p:sp>
      <p:sp>
        <p:nvSpPr>
          <p:cNvPr id="8" name="note"/>
          <p:cNvSpPr/>
          <p:nvPr/>
        </p:nvSpPr>
        <p:spPr>
          <a:xfrm>
            <a:off x="548640" y="45262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D4AB62">
              <a:alpha val="14000"/>
            </a:srgbClr>
          </a:solidFill>
          <a:ln w="12700">
            <a:solidFill>
              <a:srgbClr val="B48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52628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1F7"/>
                </a:solidFill>
              </a:rPr>
              <a:t>追繳規則：擔保品市值 × 成數低於借款餘額時，須於 30 天內補足擔保品或還款。所以我們建議只動用一半額度，把緩衝留在自己手上。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進階情境・低點質借加碼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大跌時不只撐住，還能用質借在低點加碼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B3C9"/>
                </a:solidFill>
              </a:rPr>
              <a:t>大跌當下，以投資部位質借 300 萬，在 −30% 的價位買進。市場回到原水位時，這筆加碼價值約 429 萬。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496312"/>
                <a:gridCol w="2496312"/>
                <a:gridCol w="2532888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回升時淨資產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最好（1 年）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A8B3C9"/>
                          </a:solidFill>
                        </a:rPr>
                        <a:t>如 2020、2022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最可能（4 年）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A8B3C9"/>
                          </a:solidFill>
                        </a:rPr>
                        <a:t>如 2008 年（含息）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最壞（13 年）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A8B3C9"/>
                          </a:solidFill>
                        </a:rPr>
                        <a:t>2000–2013 美股・兩次腰斬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4AB62"/>
                          </a:solidFill>
                        </a:rPr>
                        <a:t>● 現金 ＋ 亞灣質借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3,100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2,794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1,756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8FB0EA"/>
                          </a:solidFill>
                        </a:rPr>
                        <a:t>● 再加碼 300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6CC79C"/>
                          </a:solidFill>
                        </a:rPr>
                        <a:t>3,223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6CC79C"/>
                          </a:solidFill>
                        </a:rPr>
                        <a:t>2,898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6CC79C"/>
                          </a:solidFill>
                        </a:rPr>
                        <a:t>1,850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差異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CC79C"/>
                          </a:solidFill>
                        </a:rPr>
                        <a:t>＋123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CC79C"/>
                          </a:solidFill>
                        </a:rPr>
                        <a:t>＋104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CC79C"/>
                          </a:solidFill>
                        </a:rPr>
                        <a:t>＋94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41605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325112"/>
            <a:ext cx="500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回升不太慢時，加碼放大回升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4 年情境最高借款約 531 萬，使用率 37%，擔保品要從低點再跌約 63% 才會觸及追繳。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6233008" y="41605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34176" y="4325112"/>
            <a:ext cx="500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低迷太久時，加碼效果有限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A8B3C9"/>
                </a:solidFill>
              </a:rPr>
              <a:t>美股最壞情境加碼只多 94 萬，最低維持率 378%，未觸及追繳。若是台股 2000 年那種 17 年走勢，加碼反而少 59 萬（見第 17 頁）。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加碼借款與生活費借款合計，受同一額度與追繳規則約束。加碼屬槓桿操作，金額應保留足夠緩衝。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加碼方式比較・美股真實走勢回測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哪一種加碼方式，三種結局都站得住？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286000"/>
                <a:gridCol w="2286000"/>
                <a:gridCol w="24963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市場回到前高時的淨資產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最好（半年）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2020 年美股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最可能（5.5 年）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2008 年美股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最壞（13 年）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2000–2013 美股・兩次腰斬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7D70"/>
                          </a:solidFill>
                        </a:rPr>
                        <a:t>● 低點全數賣出（對照）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7D70"/>
                          </a:solidFill>
                        </a:rPr>
                        <a:t>2,184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7D70"/>
                          </a:solidFill>
                        </a:rPr>
                        <a:t>1,676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27D70"/>
                          </a:solidFill>
                        </a:rPr>
                        <a:t>932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不加碼，只用質借支應生活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3,145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2,588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1,756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大跌三成時一次加碼 300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4AB62"/>
                          </a:solidFill>
                        </a:rPr>
                        <a:t>3,216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2,641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1,850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越跌越買：每跌一成加碼 100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3,169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2,726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1,868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時間分批：每季 50 萬，共 6 次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3,157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2,685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1,908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4AB62"/>
                          </a:solidFill>
                        </a:rPr>
                        <a:t>● 等反彈確認，再分 3 次加碼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3,150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4AB62"/>
                          </a:solidFill>
                        </a:rPr>
                        <a:t>2,732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4AB62"/>
                          </a:solidFill>
                        </a:rPr>
                        <a:t>1,968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借低利、買收息債券 300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3,146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2,608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1,812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461772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782312"/>
            <a:ext cx="311292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</a:rPr>
              <a:t>等反彈確認再加碼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最可能與最壞的結局都最好，比不加碼多 144 萬、212 萬。不必猜底部。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38218" y="461772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39386" y="4782312"/>
            <a:ext cx="311292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</a:rPr>
              <a:t>一次加碼適合快速回升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2020 年這種半年就回來的行情最有利，但市場回升越慢，優勢越小。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127797" y="461772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28965" y="4782312"/>
            <a:ext cx="311292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</a:rPr>
              <a:t>每一種都沒有被追繳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最壞的結局下，每一種做法都比低點全賣多出 800 萬以上。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9788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S&amp;P 500 每日收盤實際走勢。條件：3,000 萬投資、現金 200 萬、每年開銷 100 萬、質借利率 2%；指數跌破前高八成才動用質借，回到八成以上即還清；加碼設有上限，保留緩衝。未計股息、匯率與稅負。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歷史回測・S&amp;P 500 真實每日收盤 1990–2026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套用 80% 規則，美股四段大跌都沒有觸及追繳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645920"/>
                <a:gridCol w="1645920"/>
                <a:gridCol w="1828800"/>
                <a:gridCol w="1737360"/>
                <a:gridCol w="17190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大跌（高點→回到前高）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現金用完賣股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現金＋質借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＋一次加碼 300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＋回升確認加碼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最低維持率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2000 網路泡沫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−49%・7.2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2,289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2,353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2,392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4AB62"/>
                          </a:solidFill>
                        </a:rPr>
                        <a:t>2,429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748% / 416%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2008 金融海嘯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−57%・5.5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2,567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2,588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2,641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4AB62"/>
                          </a:solidFill>
                        </a:rPr>
                        <a:t>2,732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1,828% / 492%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2020 新冠疫情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−34%・0.5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3,145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3,145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4AB62"/>
                          </a:solidFill>
                        </a:rPr>
                        <a:t>3,216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3,173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未動用 / 758%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2022 升息通膨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−25%・2.0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3,019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3,019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未觸發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未觸發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現金已足夠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507992"/>
            <a:ext cx="500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2000 年高點進場，連續走到今天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A8B3C9"/>
                </a:solidFill>
              </a:rPr>
              <a:t>同時經歷四次大跌：現金用完賣股 4,289 萬、現金＋質借 4,584 萬、＋回升確認加碼 4,972 萬。低點賣股從 1,417 萬降到 275 萬。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34176" y="4507992"/>
            <a:ext cx="500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維持率怎麼看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A8B3C9"/>
                </a:solidFill>
              </a:rPr>
              <a:t>維持率 = 擔保品市值 ÷ 借款。股票成數 60%，低於 167% 即觸及追繳。表中為「只質借生活費／一次加碼 300 萬」的最低維持率。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9788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示範客戶：3,000 萬全數投入 S&amp;P 500、現金 200 萬、每年開銷 100 萬、質借利率 2%、生活費借款只動用一半額度；80% 規則：指數低於前高 80% 才質借，回到 80% 以上即賣股還清。價格指數未含股息、未計匯率與稅負。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歷史回測・加碼多少才會出事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2008 年：加碼 1,250 萬，剛好在最低點碰到追繳線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94415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48640" y="4297680"/>
            <a:ext cx="3515258" cy="1463040"/>
          </a:xfrm>
          <a:prstGeom prst="roundRect">
            <a:avLst>
              <a:gd name="adj" fmla="val 5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462272"/>
            <a:ext cx="311292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一次加碼的追繳臨界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EEF1F7"/>
                </a:solidFill>
              </a:rPr>
              <a:t>1,250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美股 2008 年在 −30% 時加碼，約為部位 42%。台股 2000 年更低，只有 850 萬。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338218" y="4297680"/>
            <a:ext cx="3515258" cy="1463040"/>
          </a:xfrm>
          <a:prstGeom prst="roundRect">
            <a:avLst>
              <a:gd name="adj" fmla="val 5000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39386" y="4462272"/>
            <a:ext cx="311292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建議上限：最嚴格臨界的一半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D4AB62"/>
                </a:solidFill>
              </a:rPr>
              <a:t>約 400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約部位 13%。即使是台股 2000 年，最低維持率仍有 278%，擔保品還可再跌 40% 才追繳。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8127797" y="4297680"/>
            <a:ext cx="3515258" cy="1463040"/>
          </a:xfrm>
          <a:prstGeom prst="roundRect">
            <a:avLst>
              <a:gd name="adj" fmla="val 5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28965" y="4462272"/>
            <a:ext cx="311292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開銷的追繳臨界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EEF1F7"/>
                </a:solidFill>
              </a:rPr>
              <a:t>每年 150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台股 2000 年若開銷達部位 5%、且額度用滿，就會觸及追繳。美股 2000 年為 340 萬。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9788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皆套用 80% 規則；2010 年 12 月指數回到前高 80%，借款已還清。臨界值以 50 萬為級距。2008 年 1,250 萬情境在 30 天補足期內市場反彈，未被處分；這是運氣，不應列入規劃。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歷史回測・台股加權指數真實每日收盤 1997–2026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台股套用 80% 規則：連 17 年的 2000 年也沒有追繳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645920"/>
                <a:gridCol w="1645920"/>
                <a:gridCol w="1828800"/>
                <a:gridCol w="1737360"/>
                <a:gridCol w="17190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大跌（高點→回到前高）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現金用完賣股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現金＋質借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＋一次加碼 300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＋回升確認加碼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4AB62"/>
                          </a:solidFill>
                        </a:rPr>
                        <a:t>最低維持率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2000 網路泡沫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−66%・17.3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776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1,093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1,034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4AB62"/>
                          </a:solidFill>
                        </a:rPr>
                        <a:t>1,193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391% / 292%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無追繳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2008 金融海嘯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−58%・7.5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2,352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2,365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2,411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4AB62"/>
                          </a:solidFill>
                        </a:rPr>
                        <a:t>2,567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2,764% / 473%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無追繳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2020 新冠疫情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−29%・0.5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3,145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3,145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未觸發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未觸發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現金已足夠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2022 升息通膨</a:t>
                      </a:r>
                      <a:pPr algn="l" indent="0" marL="0">
                        <a:buNone/>
                      </a:pP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−32%・2.1 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3,002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3,002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4AB62"/>
                          </a:solidFill>
                        </a:rPr>
                        <a:t>3,062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3,027 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</a:rPr>
                        <a:t>未動用 / 782%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A8B3C9"/>
                          </a:solidFill>
                        </a:rPr>
                        <a:t>無追繳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507992"/>
            <a:ext cx="500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2000 年是台股版的「最壞結局」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A8B3C9"/>
                </a:solidFill>
              </a:rPr>
              <a:t>指數 17 年才回到前高。2006 年回到前高 80% 時先還清借款，金融海嘯來時幾乎沒有負債。質借淨資產 1,093 萬，比賣股支應多 317 萬。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34176" y="4507992"/>
            <a:ext cx="50077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EF1F7"/>
                </a:solidFill>
              </a:rPr>
              <a:t>回升確認加碼，四段都最好或接近最好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A8B3C9"/>
                </a:solidFill>
              </a:rPr>
              <a:t>自低點反彈 15% 才分批加碼，2000、2008 年淨資產都是最高，最低維持率仍在 290% 以上。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9788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條件同前頁：3,000 萬全數投入加權指數、現金 200 萬、每年開銷 100 萬、利率 2%、生活費只動用一半額度、80% 規則。價格指數未含股息。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歷史回測・為什麼要用 80% 規則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若等回到前高才還款，台股 2000 年會碰到追繳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94415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48640" y="4297680"/>
            <a:ext cx="3515258" cy="1463040"/>
          </a:xfrm>
          <a:prstGeom prst="roundRect">
            <a:avLst>
              <a:gd name="adj" fmla="val 5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462272"/>
            <a:ext cx="311292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回到前高才還款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E27D70"/>
                </a:solidFill>
              </a:rPr>
              <a:t>170%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2002 年起的借款到 2008 年都沒還，海嘯時只差 2% 到追繳線；加碼者被迫在低點賣出約 350 萬。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338218" y="4297680"/>
            <a:ext cx="3515258" cy="1463040"/>
          </a:xfrm>
          <a:prstGeom prst="roundRect">
            <a:avLst>
              <a:gd name="adj" fmla="val 5000"/>
            </a:avLst>
          </a:prstGeom>
          <a:solidFill>
            <a:srgbClr val="2A2C38"/>
          </a:solidFill>
          <a:ln w="15875">
            <a:solidFill>
              <a:srgbClr val="D4AB6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39386" y="4462272"/>
            <a:ext cx="311292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80% 規則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D4AB62"/>
                </a:solidFill>
              </a:rPr>
              <a:t>391%・無追繳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加碼的追繳臨界從 50 萬提高到 850 萬。代價：回升較快的大跌結果少 2–7%，等於為安全付的保費。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8127797" y="4297680"/>
            <a:ext cx="3515258" cy="1463040"/>
          </a:xfrm>
          <a:prstGeom prst="roundRect">
            <a:avLst>
              <a:gd name="adj" fmla="val 5000"/>
            </a:avLst>
          </a:prstGeom>
          <a:solidFill>
            <a:srgbClr val="132C58"/>
          </a:solidFill>
          <a:ln w="9525">
            <a:solidFill>
              <a:srgbClr val="2A427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28965" y="4462272"/>
            <a:ext cx="311292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計入 3% 現金股利</a:t>
            </a:r>
            <a:endParaRPr lang="en-US" sz="13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EEF1F7"/>
                </a:solidFill>
              </a:rPr>
              <a:t>2,362 萬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A8B3C9"/>
                </a:solidFill>
              </a:rPr>
              <a:t>股利支付大半生活費，借款大減；同一段 2000 年，質借仍勝賣股的 2,221 萬，且無追繳。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9788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3C9"/>
                </a:solidFill>
              </a:rPr>
              <a:t>80% 規則＋加碼的線在 2006 年還清借款後中斷，金融海嘯期間維持率遠高於 1000%。加權指數為價格指數，未含股息；台股長期現金殖利率約 3–4%。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步驟四・寫好了，就有權放下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每一種擔心，都可以用同一套結構拆開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D4AB62"/>
                </a:solidFill>
              </a:rPr>
              <a:t>“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45920"/>
            <a:ext cx="10408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EF1F7"/>
                </a:solidFill>
              </a:rPr>
              <a:t>我的擔心，不會改變事情的走向。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A8B3C9"/>
                </a:solidFill>
              </a:rPr>
              <a:t>Arthur Brooks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擔心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4AB62"/>
                          </a:solidFill>
                        </a:rPr>
                        <a:t>換成具體問題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錢會不會不夠用到最後？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照現在的花法，帳戶在 60、70、80 歲各剩多少？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萬一需要人照顧？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每月要多付多少？政府長照資源能補多少？有哪些管道可以找到看護？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孩子開口要錢？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我給得起的上限是多少？哪一筆錢無論如何都不動？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將來只剩自己一人生活？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EF1F7"/>
                          </a:solidFill>
                        </a:rPr>
                        <a:t>家中每月固定收入會少多少？哪些支出會跟著減少？傳承安排是否已完成？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4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重要風險揭露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2"/>
                </a:solidFill>
              </a:rPr>
              <a:t>使用本簡報前請留意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本簡報數字為簡化示範：假設跌幅一次發生、低迷期間價格持平、到期一次回到原水位。實際市場可能續跌、反覆或更久才回升，也可能不回到原水位。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投資質借有利息成本，利率可能隨市場調整。借款期間擔保品若再下跌，使「擔保品市值 × 成數」低於借款餘額，將收到追繳通知，須於 30 天內補足擔保品或還款，否則銀行得處分擔保品。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低點質借加碼屬槓桿操作：若市場續跌或回升時間拉長，利息與追繳風險會放大，結果可能不如單純質借。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質借買債之票息、價格波動以假設值計算，未計匯率、信用與再投資風險；以新台幣借款買進外幣債券另有匯率風險。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歷史回測採用 S&amp;P 500 價格指數（^GSPC，1990-01-02 至 2026-10-28）與台股加權指數（^TWII，1997-07-02 至 2026-10-28）每日收盤價，均未含股息；S&amp;P 500 以美元計價且未計匯率。假設部位全數為該指數，實際持股表現可能不同。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成數、利率、額度及可擔保之商品，以渣打銀行實際核定為準，銀行得隨時調整。歷史指數點位與跌幅為收盤價約略值；回升年數引自公開資料整理，僅供說明。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A8B3C9"/>
                </a:solidFill>
              </a:rPr>
              <a:t>未計稅負、交易成本、匯率變動及現金利息。本簡報僅供說明與討論，不構成投資建議或報酬保證，過去績效不代表未來表現。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awan Navy Gold">
  <a:themeElements>
    <a:clrScheme name="Yawan Navy Gold">
      <a:dk1>
        <a:srgbClr val="0F2347"/>
      </a:dk1>
      <a:lt1>
        <a:srgbClr val="FFFFFF"/>
      </a:lt1>
      <a:dk2>
        <a:srgbClr val="132C58"/>
      </a:dk2>
      <a:lt2>
        <a:srgbClr val="EEF1F7"/>
      </a:lt2>
      <a:accent1>
        <a:srgbClr val="D4AB62"/>
      </a:accent1>
      <a:accent2>
        <a:srgbClr val="E27D70"/>
      </a:accent2>
      <a:accent3>
        <a:srgbClr val="6CC79C"/>
      </a:accent3>
      <a:accent4>
        <a:srgbClr val="8FB0EA"/>
      </a:accent4>
      <a:accent5>
        <a:srgbClr val="A8B3C9"/>
      </a:accent5>
      <a:accent6>
        <a:srgbClr val="E8B356"/>
      </a:accent6>
      <a:hlink>
        <a:srgbClr val="D4AB62"/>
      </a:hlink>
      <a:folHlink>
        <a:srgbClr val="B48A3C"/>
      </a:folHlink>
    </a:clrScheme>
    <a:fontScheme name="Yawan Navy Gold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把跌 30% 寫成三種結局</dc:title>
  <dc:subject>PptxGenJS Presentation</dc:subject>
  <dc:creator>亞灣 Priority Private</dc:creator>
  <cp:lastModifiedBy>亞灣 Priority Private</cp:lastModifiedBy>
  <cp:revision>1</cp:revision>
  <dcterms:created xsi:type="dcterms:W3CDTF">2026-10-29T04:38:17Z</dcterms:created>
  <dcterms:modified xsi:type="dcterms:W3CDTF">2026-10-29T04:38:17Z</dcterms:modified>
</cp:coreProperties>
</file>